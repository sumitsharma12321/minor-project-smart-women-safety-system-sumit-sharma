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394" r:id="rId2"/>
    <p:sldId id="335" r:id="rId3"/>
    <p:sldId id="406" r:id="rId4"/>
    <p:sldId id="407" r:id="rId5"/>
    <p:sldId id="421" r:id="rId6"/>
    <p:sldId id="423" r:id="rId7"/>
    <p:sldId id="422" r:id="rId8"/>
    <p:sldId id="408" r:id="rId9"/>
    <p:sldId id="409" r:id="rId10"/>
    <p:sldId id="418" r:id="rId11"/>
    <p:sldId id="419" r:id="rId12"/>
    <p:sldId id="415" r:id="rId13"/>
    <p:sldId id="416" r:id="rId14"/>
    <p:sldId id="417" r:id="rId15"/>
    <p:sldId id="367" r:id="rId16"/>
  </p:sldIdLst>
  <p:sldSz cx="9144000" cy="6858000" type="screen4x3"/>
  <p:notesSz cx="6858000" cy="9947275"/>
  <p:defaultTextStyle>
    <a:defPPr>
      <a:defRPr lang="en-US"/>
    </a:defPPr>
    <a:lvl1pPr algn="l" defTabSz="457200"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RaSHANT" initials="P"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8BA2"/>
    <a:srgbClr val="F7F5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162" autoAdjust="0"/>
  </p:normalViewPr>
  <p:slideViewPr>
    <p:cSldViewPr>
      <p:cViewPr varScale="1">
        <p:scale>
          <a:sx n="71" d="100"/>
          <a:sy n="71" d="100"/>
        </p:scale>
        <p:origin x="1380" y="66"/>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mera khan" userId="373aa86cbba594c3" providerId="LiveId" clId="{8D577B68-83E6-49D5-A16B-0CF7A2ECC4BD}"/>
    <pc:docChg chg="addSld modSld">
      <pc:chgData name="humera khan" userId="373aa86cbba594c3" providerId="LiveId" clId="{8D577B68-83E6-49D5-A16B-0CF7A2ECC4BD}" dt="2026-03-20T04:24:05.385" v="30" actId="14100"/>
      <pc:docMkLst>
        <pc:docMk/>
      </pc:docMkLst>
      <pc:sldChg chg="addSp delSp modSp new mod">
        <pc:chgData name="humera khan" userId="373aa86cbba594c3" providerId="LiveId" clId="{8D577B68-83E6-49D5-A16B-0CF7A2ECC4BD}" dt="2026-03-20T04:24:05.385" v="30" actId="14100"/>
        <pc:sldMkLst>
          <pc:docMk/>
          <pc:sldMk cId="2536874246" sldId="423"/>
        </pc:sldMkLst>
        <pc:spChg chg="mod">
          <ac:chgData name="humera khan" userId="373aa86cbba594c3" providerId="LiveId" clId="{8D577B68-83E6-49D5-A16B-0CF7A2ECC4BD}" dt="2026-03-20T04:23:31.743" v="25" actId="1076"/>
          <ac:spMkLst>
            <pc:docMk/>
            <pc:sldMk cId="2536874246" sldId="423"/>
            <ac:spMk id="2" creationId="{C5402123-6C0B-4FF8-9EBE-F190A9A35AE5}"/>
          </ac:spMkLst>
        </pc:spChg>
        <pc:spChg chg="del">
          <ac:chgData name="humera khan" userId="373aa86cbba594c3" providerId="LiveId" clId="{8D577B68-83E6-49D5-A16B-0CF7A2ECC4BD}" dt="2026-03-20T04:22:51.962" v="1" actId="931"/>
          <ac:spMkLst>
            <pc:docMk/>
            <pc:sldMk cId="2536874246" sldId="423"/>
            <ac:spMk id="3" creationId="{4F99BCA8-7108-462D-ACCA-22B67C07CF16}"/>
          </ac:spMkLst>
        </pc:spChg>
        <pc:picChg chg="add mod">
          <ac:chgData name="humera khan" userId="373aa86cbba594c3" providerId="LiveId" clId="{8D577B68-83E6-49D5-A16B-0CF7A2ECC4BD}" dt="2026-03-20T04:24:05.385" v="30" actId="14100"/>
          <ac:picMkLst>
            <pc:docMk/>
            <pc:sldMk cId="2536874246" sldId="423"/>
            <ac:picMk id="6" creationId="{457CE368-5B3F-4F66-BE53-29CF109EB61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97364"/>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US" altLang="en-US"/>
          </a:p>
        </p:txBody>
      </p:sp>
      <p:sp>
        <p:nvSpPr>
          <p:cNvPr id="6147" name="Rectangle 3"/>
          <p:cNvSpPr>
            <a:spLocks noGrp="1" noChangeArrowheads="1"/>
          </p:cNvSpPr>
          <p:nvPr>
            <p:ph type="dt" idx="1"/>
          </p:nvPr>
        </p:nvSpPr>
        <p:spPr bwMode="auto">
          <a:xfrm>
            <a:off x="3886200" y="0"/>
            <a:ext cx="2971800" cy="497364"/>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US" altLang="en-US"/>
          </a:p>
        </p:txBody>
      </p:sp>
      <p:sp>
        <p:nvSpPr>
          <p:cNvPr id="13316" name="Rectangle 4"/>
          <p:cNvSpPr>
            <a:spLocks noGrp="1" noRot="1" noChangeAspect="1" noChangeArrowheads="1" noTextEdit="1"/>
          </p:cNvSpPr>
          <p:nvPr>
            <p:ph type="sldImg" idx="2"/>
          </p:nvPr>
        </p:nvSpPr>
        <p:spPr bwMode="auto">
          <a:xfrm>
            <a:off x="942975" y="746125"/>
            <a:ext cx="4972050" cy="3730625"/>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724956"/>
            <a:ext cx="5029200" cy="4476274"/>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6150" name="Rectangle 6"/>
          <p:cNvSpPr>
            <a:spLocks noGrp="1" noChangeArrowheads="1"/>
          </p:cNvSpPr>
          <p:nvPr>
            <p:ph type="ftr" sz="quarter" idx="4"/>
          </p:nvPr>
        </p:nvSpPr>
        <p:spPr bwMode="auto">
          <a:xfrm>
            <a:off x="0" y="9449911"/>
            <a:ext cx="2971800" cy="497364"/>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US" altLang="en-US"/>
          </a:p>
        </p:txBody>
      </p:sp>
      <p:sp>
        <p:nvSpPr>
          <p:cNvPr id="6151" name="Rectangle 7"/>
          <p:cNvSpPr>
            <a:spLocks noGrp="1" noChangeArrowheads="1"/>
          </p:cNvSpPr>
          <p:nvPr>
            <p:ph type="sldNum" sz="quarter" idx="5"/>
          </p:nvPr>
        </p:nvSpPr>
        <p:spPr bwMode="auto">
          <a:xfrm>
            <a:off x="3886200" y="9449911"/>
            <a:ext cx="2971800" cy="497364"/>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7DE0F9D3-6D4B-4012-A6AA-FF841913DD12}" type="slidenum">
              <a:rPr lang="en-US" altLang="en-US"/>
              <a:pPr/>
              <a:t>‹#›</a:t>
            </a:fld>
            <a:endParaRPr lang="en-US" altLang="en-US"/>
          </a:p>
        </p:txBody>
      </p:sp>
    </p:spTree>
    <p:extLst>
      <p:ext uri="{BB962C8B-B14F-4D97-AF65-F5344CB8AC3E}">
        <p14:creationId xmlns:p14="http://schemas.microsoft.com/office/powerpoint/2010/main" val="2416064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4019551" y="1458914"/>
            <a:ext cx="251992" cy="369332"/>
          </a:xfrm>
          <a:prstGeom prst="rect">
            <a:avLst/>
          </a:prstGeom>
          <a:noFill/>
          <a:ln>
            <a:no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a:latin typeface="Calibri" panose="020F0502020204030204" pitchFamily="34" charset="0"/>
              </a:rPr>
              <a:t>`</a:t>
            </a:r>
          </a:p>
        </p:txBody>
      </p:sp>
      <p:sp>
        <p:nvSpPr>
          <p:cNvPr id="3" name="Date Placeholder 3"/>
          <p:cNvSpPr>
            <a:spLocks noGrp="1"/>
          </p:cNvSpPr>
          <p:nvPr>
            <p:ph type="dt" sz="half" idx="10"/>
          </p:nvPr>
        </p:nvSpPr>
        <p:spPr/>
        <p:txBody>
          <a:bodyPr/>
          <a:lstStyle>
            <a:lvl1pPr>
              <a:defRPr/>
            </a:lvl1pPr>
          </a:lstStyle>
          <a:p>
            <a:pPr>
              <a:defRPr/>
            </a:pPr>
            <a:fld id="{7E4BBC89-1F12-483F-B673-90BB7E7383B5}" type="datetime1">
              <a:rPr lang="en-US" smtClean="0"/>
              <a:pPr>
                <a:defRPr/>
              </a:pPr>
              <a:t>3/20/2026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4491A401-4820-49DC-BFC8-0DF828ACD2CE}"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35948" y="1164774"/>
            <a:ext cx="7475973" cy="525919"/>
          </a:xfrm>
          <a:prstGeom prst="rect">
            <a:avLst/>
          </a:prstGeom>
        </p:spPr>
        <p:txBody>
          <a:bodyPr/>
          <a:lstStyle>
            <a:lvl1pPr algn="ctr">
              <a:defRPr sz="2585" b="1">
                <a:solidFill>
                  <a:schemeClr val="bg1"/>
                </a:solidFill>
                <a:latin typeface="Times" pitchFamily="2" charset="0"/>
              </a:defRPr>
            </a:lvl1pPr>
          </a:lstStyle>
          <a:p>
            <a:r>
              <a:rPr lang="en-US"/>
              <a:t>Click to edit Master title style</a:t>
            </a:r>
            <a:endParaRPr lang="en-US" dirty="0"/>
          </a:p>
        </p:txBody>
      </p:sp>
      <p:sp>
        <p:nvSpPr>
          <p:cNvPr id="3" name="Content Placeholder 2"/>
          <p:cNvSpPr>
            <a:spLocks noGrp="1"/>
          </p:cNvSpPr>
          <p:nvPr>
            <p:ph idx="1"/>
          </p:nvPr>
        </p:nvSpPr>
        <p:spPr>
          <a:xfrm>
            <a:off x="1235948" y="1847852"/>
            <a:ext cx="7475973" cy="4351338"/>
          </a:xfrm>
          <a:prstGeom prst="rect">
            <a:avLst/>
          </a:prstGeom>
        </p:spPr>
        <p:txBody>
          <a:bodyPr/>
          <a:lstStyle>
            <a:lvl1pPr algn="l">
              <a:defRPr>
                <a:solidFill>
                  <a:schemeClr val="bg1"/>
                </a:solidFill>
                <a:latin typeface="Times" pitchFamily="2" charset="0"/>
              </a:defRPr>
            </a:lvl1pPr>
            <a:lvl2pPr algn="l">
              <a:defRPr>
                <a:solidFill>
                  <a:schemeClr val="bg1"/>
                </a:solidFill>
                <a:latin typeface="Times" pitchFamily="2" charset="0"/>
              </a:defRPr>
            </a:lvl2pPr>
            <a:lvl3pPr algn="l">
              <a:defRPr>
                <a:solidFill>
                  <a:schemeClr val="bg1"/>
                </a:solidFill>
                <a:latin typeface="Times" pitchFamily="2" charset="0"/>
              </a:defRPr>
            </a:lvl3pPr>
            <a:lvl4pPr algn="l">
              <a:defRPr>
                <a:solidFill>
                  <a:schemeClr val="bg1"/>
                </a:solidFill>
                <a:latin typeface="Times" pitchFamily="2" charset="0"/>
              </a:defRPr>
            </a:lvl4pPr>
            <a:lvl5pPr algn="l">
              <a:defRPr>
                <a:solidFill>
                  <a:schemeClr val="bg1"/>
                </a:solidFill>
                <a:latin typeface="Times" pitchFamily="2" charset="0"/>
              </a:defRPr>
            </a:lvl5pPr>
          </a:lstStyle>
          <a:p>
            <a:pPr lvl="0"/>
            <a:r>
              <a:rPr lang="en-US" dirty="0"/>
              <a:t>Edit Master text styles</a:t>
            </a:r>
          </a:p>
          <a:p>
            <a:pPr lvl="1"/>
            <a:r>
              <a:rPr lang="en-US" dirty="0"/>
              <a:t>Second </a:t>
            </a:r>
            <a:r>
              <a:rPr lang="en-US" dirty="0" err="1"/>
              <a:t>lNiraj</a:t>
            </a:r>
            <a:r>
              <a:rPr lang="en-US" dirty="0"/>
              <a:t> </a:t>
            </a:r>
            <a:r>
              <a:rPr lang="en-US" dirty="0" err="1"/>
              <a:t>Pathakevel</a:t>
            </a:r>
            <a:endParaRPr lang="en-US" dirty="0"/>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371A0BA3-9713-419C-93EF-978884F9FAF5}" type="datetime1">
              <a:rPr lang="en-US" smtClean="0"/>
              <a:pPr>
                <a:defRPr/>
              </a:pPr>
              <a:t>3/20/2026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A76736F7-70D6-4369-9B0D-4EE23F51EE2F}"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709743"/>
            <a:ext cx="7886700" cy="2852737"/>
          </a:xfrm>
          <a:prstGeom prst="rect">
            <a:avLst/>
          </a:prstGeom>
        </p:spPr>
        <p:txBody>
          <a:bodyPr anchor="b"/>
          <a:lstStyle>
            <a:lvl1pPr>
              <a:defRPr sz="5539"/>
            </a:lvl1pPr>
          </a:lstStyle>
          <a:p>
            <a:r>
              <a:rPr lang="en-US"/>
              <a:t>Click to edit Master title style</a:t>
            </a:r>
            <a:endParaRPr lang="en-US" dirty="0"/>
          </a:p>
        </p:txBody>
      </p:sp>
      <p:sp>
        <p:nvSpPr>
          <p:cNvPr id="3" name="Text Placeholder 2"/>
          <p:cNvSpPr>
            <a:spLocks noGrp="1"/>
          </p:cNvSpPr>
          <p:nvPr>
            <p:ph type="body" idx="1"/>
          </p:nvPr>
        </p:nvSpPr>
        <p:spPr>
          <a:xfrm>
            <a:off x="623889" y="4589468"/>
            <a:ext cx="7886700" cy="1500187"/>
          </a:xfrm>
          <a:prstGeom prst="rect">
            <a:avLst/>
          </a:prstGeom>
        </p:spPr>
        <p:txBody>
          <a:bodyPr/>
          <a:lstStyle>
            <a:lvl1pPr marL="0" indent="0">
              <a:buNone/>
              <a:defRPr sz="2215">
                <a:solidFill>
                  <a:schemeClr val="tx1"/>
                </a:solidFill>
              </a:defRPr>
            </a:lvl1pPr>
            <a:lvl2pPr marL="422041" indent="0">
              <a:buNone/>
              <a:defRPr sz="1846">
                <a:solidFill>
                  <a:schemeClr val="tx1">
                    <a:tint val="75000"/>
                  </a:schemeClr>
                </a:solidFill>
              </a:defRPr>
            </a:lvl2pPr>
            <a:lvl3pPr marL="844083" indent="0">
              <a:buNone/>
              <a:defRPr sz="1662">
                <a:solidFill>
                  <a:schemeClr val="tx1">
                    <a:tint val="75000"/>
                  </a:schemeClr>
                </a:solidFill>
              </a:defRPr>
            </a:lvl3pPr>
            <a:lvl4pPr marL="1266124" indent="0">
              <a:buNone/>
              <a:defRPr sz="1477">
                <a:solidFill>
                  <a:schemeClr val="tx1">
                    <a:tint val="75000"/>
                  </a:schemeClr>
                </a:solidFill>
              </a:defRPr>
            </a:lvl4pPr>
            <a:lvl5pPr marL="1688165" indent="0">
              <a:buNone/>
              <a:defRPr sz="1477">
                <a:solidFill>
                  <a:schemeClr val="tx1">
                    <a:tint val="75000"/>
                  </a:schemeClr>
                </a:solidFill>
              </a:defRPr>
            </a:lvl5pPr>
            <a:lvl6pPr marL="2110207" indent="0">
              <a:buNone/>
              <a:defRPr sz="1477">
                <a:solidFill>
                  <a:schemeClr val="tx1">
                    <a:tint val="75000"/>
                  </a:schemeClr>
                </a:solidFill>
              </a:defRPr>
            </a:lvl6pPr>
            <a:lvl7pPr marL="2532248" indent="0">
              <a:buNone/>
              <a:defRPr sz="1477">
                <a:solidFill>
                  <a:schemeClr val="tx1">
                    <a:tint val="75000"/>
                  </a:schemeClr>
                </a:solidFill>
              </a:defRPr>
            </a:lvl7pPr>
            <a:lvl8pPr marL="2954289" indent="0">
              <a:buNone/>
              <a:defRPr sz="1477">
                <a:solidFill>
                  <a:schemeClr val="tx1">
                    <a:tint val="75000"/>
                  </a:schemeClr>
                </a:solidFill>
              </a:defRPr>
            </a:lvl8pPr>
            <a:lvl9pPr marL="3376331" indent="0">
              <a:buNone/>
              <a:defRPr sz="147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AA16DC9B-C19C-4867-9DA4-2BC3BB976BD8}" type="datetime1">
              <a:rPr lang="en-US" smtClean="0"/>
              <a:pPr>
                <a:defRPr/>
              </a:pPr>
              <a:t>3/20/2026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B081EE3-3721-413B-B717-787892CDD99A}"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1" y="365129"/>
            <a:ext cx="7886700"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74AD0CFC-BD4E-4C79-A081-4D095D1D4B4A}" type="datetime1">
              <a:rPr lang="en-US" smtClean="0"/>
              <a:pPr>
                <a:defRPr/>
              </a:pPr>
              <a:t>3/20/2026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83FA0635-D591-4E5A-B08C-169FA66F48AA}"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2" y="365129"/>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en-US"/>
              <a:t>Edit Master text styles</a:t>
            </a:r>
          </a:p>
        </p:txBody>
      </p:sp>
      <p:sp>
        <p:nvSpPr>
          <p:cNvPr id="6" name="Content Placeholder 5"/>
          <p:cNvSpPr>
            <a:spLocks noGrp="1"/>
          </p:cNvSpPr>
          <p:nvPr>
            <p:ph sz="quarter" idx="4"/>
          </p:nvPr>
        </p:nvSpPr>
        <p:spPr>
          <a:xfrm>
            <a:off x="4629151"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54178566-FB67-4EB2-BC25-0F063341B8D5}" type="datetime1">
              <a:rPr lang="en-US" smtClean="0"/>
              <a:pPr>
                <a:defRPr/>
              </a:pPr>
              <a:t>3/20/2026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67353ED2-7413-4C43-8D78-788875B717F3}"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1" y="365129"/>
            <a:ext cx="7886700" cy="1325563"/>
          </a:xfrm>
          <a:prstGeom prst="rect">
            <a:avLst/>
          </a:prstGeom>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11A4258B-146A-436E-A7F0-3515E5261B2C}" type="datetime1">
              <a:rPr lang="en-US" smtClean="0"/>
              <a:pPr>
                <a:defRPr/>
              </a:pPr>
              <a:t>3/20/2026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509669B2-2E04-4A16-BBB6-AA5E1F9D5061}"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73B9E-807D-4512-AFC0-C4CC61C832B5}" type="datetime1">
              <a:rPr lang="en-US" smtClean="0"/>
              <a:pPr>
                <a:defRPr/>
              </a:pPr>
              <a:t>3/20/2026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0D9CCDE9-B530-4CBD-91FB-868C68811658}"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3" y="457200"/>
            <a:ext cx="2949178" cy="1600200"/>
          </a:xfrm>
          <a:prstGeom prst="rect">
            <a:avLst/>
          </a:prstGeom>
        </p:spPr>
        <p:txBody>
          <a:bodyPr anchor="b"/>
          <a:lstStyle>
            <a:lvl1pPr>
              <a:defRPr sz="2954"/>
            </a:lvl1pPr>
          </a:lstStyle>
          <a:p>
            <a:r>
              <a:rPr lang="en-US"/>
              <a:t>Click to edit Master title style</a:t>
            </a:r>
            <a:endParaRPr lang="en-US" dirty="0"/>
          </a:p>
        </p:txBody>
      </p:sp>
      <p:sp>
        <p:nvSpPr>
          <p:cNvPr id="3" name="Content Placeholder 2"/>
          <p:cNvSpPr>
            <a:spLocks noGrp="1"/>
          </p:cNvSpPr>
          <p:nvPr>
            <p:ph idx="1"/>
          </p:nvPr>
        </p:nvSpPr>
        <p:spPr>
          <a:xfrm>
            <a:off x="3887391" y="987430"/>
            <a:ext cx="4629150" cy="4873625"/>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3" y="2057400"/>
            <a:ext cx="2949178" cy="3811588"/>
          </a:xfrm>
          <a:prstGeom prst="rect">
            <a:avLst/>
          </a:prstGeom>
        </p:spPr>
        <p:txBody>
          <a:bodyPr/>
          <a:lstStyle>
            <a:lvl1pPr marL="0" indent="0">
              <a:buNone/>
              <a:defRPr sz="1477"/>
            </a:lvl1pPr>
            <a:lvl2pPr marL="422041" indent="0">
              <a:buNone/>
              <a:defRPr sz="1292"/>
            </a:lvl2pPr>
            <a:lvl3pPr marL="844083" indent="0">
              <a:buNone/>
              <a:defRPr sz="1108"/>
            </a:lvl3pPr>
            <a:lvl4pPr marL="1266124" indent="0">
              <a:buNone/>
              <a:defRPr sz="923"/>
            </a:lvl4pPr>
            <a:lvl5pPr marL="1688165" indent="0">
              <a:buNone/>
              <a:defRPr sz="923"/>
            </a:lvl5pPr>
            <a:lvl6pPr marL="2110207" indent="0">
              <a:buNone/>
              <a:defRPr sz="923"/>
            </a:lvl6pPr>
            <a:lvl7pPr marL="2532248" indent="0">
              <a:buNone/>
              <a:defRPr sz="923"/>
            </a:lvl7pPr>
            <a:lvl8pPr marL="2954289" indent="0">
              <a:buNone/>
              <a:defRPr sz="923"/>
            </a:lvl8pPr>
            <a:lvl9pPr marL="3376331" indent="0">
              <a:buNone/>
              <a:defRPr sz="923"/>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EAB892B7-0B12-49BA-BD37-DA828196C6DF}" type="datetime1">
              <a:rPr lang="en-US" smtClean="0"/>
              <a:pPr>
                <a:defRPr/>
              </a:pPr>
              <a:t>3/20/2026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2CB07AF5-288A-4C5E-A45A-B984612E1DDD}"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3" y="457200"/>
            <a:ext cx="2949178" cy="1600200"/>
          </a:xfrm>
          <a:prstGeom prst="rect">
            <a:avLst/>
          </a:prstGeom>
        </p:spPr>
        <p:txBody>
          <a:bodyPr anchor="b"/>
          <a:lstStyle>
            <a:lvl1pPr>
              <a:defRPr sz="2954"/>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30"/>
            <a:ext cx="4629150" cy="4873625"/>
          </a:xfrm>
          <a:prstGeom prst="rect">
            <a:avLst/>
          </a:prstGeom>
        </p:spPr>
        <p:txBody>
          <a:bodyPr rtlCol="0">
            <a:normAutofit/>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3" y="2057400"/>
            <a:ext cx="2949178" cy="3811588"/>
          </a:xfrm>
          <a:prstGeom prst="rect">
            <a:avLst/>
          </a:prstGeom>
        </p:spPr>
        <p:txBody>
          <a:bodyPr/>
          <a:lstStyle>
            <a:lvl1pPr marL="0" indent="0">
              <a:buNone/>
              <a:defRPr sz="1477"/>
            </a:lvl1pPr>
            <a:lvl2pPr marL="422041" indent="0">
              <a:buNone/>
              <a:defRPr sz="1292"/>
            </a:lvl2pPr>
            <a:lvl3pPr marL="844083" indent="0">
              <a:buNone/>
              <a:defRPr sz="1108"/>
            </a:lvl3pPr>
            <a:lvl4pPr marL="1266124" indent="0">
              <a:buNone/>
              <a:defRPr sz="923"/>
            </a:lvl4pPr>
            <a:lvl5pPr marL="1688165" indent="0">
              <a:buNone/>
              <a:defRPr sz="923"/>
            </a:lvl5pPr>
            <a:lvl6pPr marL="2110207" indent="0">
              <a:buNone/>
              <a:defRPr sz="923"/>
            </a:lvl6pPr>
            <a:lvl7pPr marL="2532248" indent="0">
              <a:buNone/>
              <a:defRPr sz="923"/>
            </a:lvl7pPr>
            <a:lvl8pPr marL="2954289" indent="0">
              <a:buNone/>
              <a:defRPr sz="923"/>
            </a:lvl8pPr>
            <a:lvl9pPr marL="3376331" indent="0">
              <a:buNone/>
              <a:defRPr sz="923"/>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822B6B18-5DB6-431F-8C7C-580DFB8D13DB}" type="datetime1">
              <a:rPr lang="en-US" smtClean="0"/>
              <a:pPr>
                <a:defRPr/>
              </a:pPr>
              <a:t>3/20/2026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AC8468E8-1507-4232-B1CA-F6C7F3700F24}"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1" y="365129"/>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1"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F678295-A050-436B-B3E7-B040BF4EFFFA}" type="datetime1">
              <a:rPr lang="en-US" smtClean="0"/>
              <a:pPr>
                <a:defRPr/>
              </a:pPr>
              <a:t>3/20/2026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5EB8907C-4B05-470D-9A4C-904884F1E38F}"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2"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ABF7DA1-43E2-4DCE-B6BA-07B0FDF28B9B}" type="datetime1">
              <a:rPr lang="en-US" smtClean="0"/>
              <a:pPr>
                <a:defRPr/>
              </a:pPr>
              <a:t>3/20/2026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E47C490-8FF1-4961-A5A9-FC624E0C183A}"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ext Placeholder 2"/>
          <p:cNvSpPr>
            <a:spLocks noGrp="1" noChangeArrowheads="1"/>
          </p:cNvSpPr>
          <p:nvPr>
            <p:ph type="body" idx="1"/>
          </p:nvPr>
        </p:nvSpPr>
        <p:spPr bwMode="auto">
          <a:xfrm>
            <a:off x="628650" y="1825625"/>
            <a:ext cx="78867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108">
                <a:solidFill>
                  <a:schemeClr val="tx1">
                    <a:tint val="75000"/>
                  </a:schemeClr>
                </a:solidFill>
                <a:latin typeface="+mn-lt"/>
                <a:cs typeface="+mn-cs"/>
              </a:defRPr>
            </a:lvl1pPr>
          </a:lstStyle>
          <a:p>
            <a:pPr>
              <a:defRPr/>
            </a:pPr>
            <a:fld id="{16ADD461-F7D2-4A9C-9291-C997798B84FE}" type="datetime1">
              <a:rPr lang="en-US" smtClean="0"/>
              <a:pPr>
                <a:defRPr/>
              </a:pPr>
              <a:t>3/20/2026</a:t>
            </a:fld>
            <a:endParaRPr lang="en-US"/>
          </a:p>
        </p:txBody>
      </p:sp>
      <p:sp>
        <p:nvSpPr>
          <p:cNvPr id="5" name="Footer Placeholder 4"/>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108">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457950" y="6356352"/>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100">
                <a:solidFill>
                  <a:srgbClr val="FFFFFF"/>
                </a:solidFill>
              </a:defRPr>
            </a:lvl1pPr>
          </a:lstStyle>
          <a:p>
            <a:fld id="{08583F0E-CBF4-46D0-8ECE-DFE1828DD16F}" type="slidenum">
              <a:rPr lang="en-US" altLang="en-US"/>
              <a:pPr/>
              <a:t>‹#›</a:t>
            </a:fld>
            <a:endParaRPr lang="en-US" altLang="en-US"/>
          </a:p>
        </p:txBody>
      </p:sp>
      <p:cxnSp>
        <p:nvCxnSpPr>
          <p:cNvPr id="7" name="Straight Connector 6"/>
          <p:cNvCxnSpPr/>
          <p:nvPr userDrawn="1"/>
        </p:nvCxnSpPr>
        <p:spPr>
          <a:xfrm>
            <a:off x="1249363" y="1736725"/>
            <a:ext cx="7469187" cy="0"/>
          </a:xfrm>
          <a:prstGeom prst="line">
            <a:avLst/>
          </a:prstGeom>
        </p:spPr>
        <p:style>
          <a:lnRef idx="3">
            <a:schemeClr val="accent2"/>
          </a:lnRef>
          <a:fillRef idx="0">
            <a:schemeClr val="accent2"/>
          </a:fillRef>
          <a:effectRef idx="2">
            <a:schemeClr val="accent2"/>
          </a:effectRef>
          <a:fontRef idx="minor">
            <a:schemeClr val="tx1"/>
          </a:fontRef>
        </p:style>
      </p:cxnSp>
    </p:spTree>
  </p:cSld>
  <p:clrMap bg1="dk1" tx1="lt1" bg2="dk2" tx2="lt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Lst>
  <p:hf hdr="0" ftr="0" dt="0"/>
  <p:txStyles>
    <p:titleStyle>
      <a:lvl1pPr algn="l" rtl="0" eaLnBrk="0" fontAlgn="base" hangingPunct="0">
        <a:lnSpc>
          <a:spcPct val="90000"/>
        </a:lnSpc>
        <a:spcBef>
          <a:spcPct val="0"/>
        </a:spcBef>
        <a:spcAft>
          <a:spcPct val="0"/>
        </a:spcAft>
        <a:defRPr sz="4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000">
          <a:solidFill>
            <a:schemeClr val="tx1"/>
          </a:solidFill>
          <a:latin typeface="Calibri Light" pitchFamily="34" charset="0"/>
        </a:defRPr>
      </a:lvl2pPr>
      <a:lvl3pPr algn="l" rtl="0" eaLnBrk="0" fontAlgn="base" hangingPunct="0">
        <a:lnSpc>
          <a:spcPct val="90000"/>
        </a:lnSpc>
        <a:spcBef>
          <a:spcPct val="0"/>
        </a:spcBef>
        <a:spcAft>
          <a:spcPct val="0"/>
        </a:spcAft>
        <a:defRPr sz="4000">
          <a:solidFill>
            <a:schemeClr val="tx1"/>
          </a:solidFill>
          <a:latin typeface="Calibri Light" pitchFamily="34" charset="0"/>
        </a:defRPr>
      </a:lvl3pPr>
      <a:lvl4pPr algn="l" rtl="0" eaLnBrk="0" fontAlgn="base" hangingPunct="0">
        <a:lnSpc>
          <a:spcPct val="90000"/>
        </a:lnSpc>
        <a:spcBef>
          <a:spcPct val="0"/>
        </a:spcBef>
        <a:spcAft>
          <a:spcPct val="0"/>
        </a:spcAft>
        <a:defRPr sz="4000">
          <a:solidFill>
            <a:schemeClr val="tx1"/>
          </a:solidFill>
          <a:latin typeface="Calibri Light" pitchFamily="34" charset="0"/>
        </a:defRPr>
      </a:lvl4pPr>
      <a:lvl5pPr algn="l" rtl="0" eaLnBrk="0" fontAlgn="base" hangingPunct="0">
        <a:lnSpc>
          <a:spcPct val="90000"/>
        </a:lnSpc>
        <a:spcBef>
          <a:spcPct val="0"/>
        </a:spcBef>
        <a:spcAft>
          <a:spcPct val="0"/>
        </a:spcAft>
        <a:defRPr sz="4000">
          <a:solidFill>
            <a:schemeClr val="tx1"/>
          </a:solidFill>
          <a:latin typeface="Calibri Light" pitchFamily="34" charset="0"/>
        </a:defRPr>
      </a:lvl5pPr>
      <a:lvl6pPr marL="422041" algn="l" rtl="0" fontAlgn="base">
        <a:lnSpc>
          <a:spcPct val="90000"/>
        </a:lnSpc>
        <a:spcBef>
          <a:spcPct val="0"/>
        </a:spcBef>
        <a:spcAft>
          <a:spcPct val="0"/>
        </a:spcAft>
        <a:defRPr sz="4062">
          <a:solidFill>
            <a:schemeClr val="tx1"/>
          </a:solidFill>
          <a:latin typeface="Calibri Light" pitchFamily="34" charset="0"/>
        </a:defRPr>
      </a:lvl6pPr>
      <a:lvl7pPr marL="844083" algn="l" rtl="0" fontAlgn="base">
        <a:lnSpc>
          <a:spcPct val="90000"/>
        </a:lnSpc>
        <a:spcBef>
          <a:spcPct val="0"/>
        </a:spcBef>
        <a:spcAft>
          <a:spcPct val="0"/>
        </a:spcAft>
        <a:defRPr sz="4062">
          <a:solidFill>
            <a:schemeClr val="tx1"/>
          </a:solidFill>
          <a:latin typeface="Calibri Light" pitchFamily="34" charset="0"/>
        </a:defRPr>
      </a:lvl7pPr>
      <a:lvl8pPr marL="1266124" algn="l" rtl="0" fontAlgn="base">
        <a:lnSpc>
          <a:spcPct val="90000"/>
        </a:lnSpc>
        <a:spcBef>
          <a:spcPct val="0"/>
        </a:spcBef>
        <a:spcAft>
          <a:spcPct val="0"/>
        </a:spcAft>
        <a:defRPr sz="4062">
          <a:solidFill>
            <a:schemeClr val="tx1"/>
          </a:solidFill>
          <a:latin typeface="Calibri Light" pitchFamily="34" charset="0"/>
        </a:defRPr>
      </a:lvl8pPr>
      <a:lvl9pPr marL="1688165" algn="l" rtl="0" fontAlgn="base">
        <a:lnSpc>
          <a:spcPct val="90000"/>
        </a:lnSpc>
        <a:spcBef>
          <a:spcPct val="0"/>
        </a:spcBef>
        <a:spcAft>
          <a:spcPct val="0"/>
        </a:spcAft>
        <a:defRPr sz="4062">
          <a:solidFill>
            <a:schemeClr val="tx1"/>
          </a:solidFill>
          <a:latin typeface="Calibri Light" pitchFamily="34" charset="0"/>
        </a:defRPr>
      </a:lvl9pPr>
    </p:titleStyle>
    <p:bodyStyle>
      <a:lvl1pPr marL="209550" indent="-209550" algn="l" rtl="0" eaLnBrk="0" fontAlgn="base" hangingPunct="0">
        <a:lnSpc>
          <a:spcPct val="90000"/>
        </a:lnSpc>
        <a:spcBef>
          <a:spcPts val="925"/>
        </a:spcBef>
        <a:spcAft>
          <a:spcPct val="0"/>
        </a:spcAft>
        <a:buFont typeface="Arial" pitchFamily="34" charset="0"/>
        <a:buChar char="•"/>
        <a:defRPr sz="2500" kern="1200">
          <a:solidFill>
            <a:schemeClr val="tx1"/>
          </a:solidFill>
          <a:latin typeface="+mn-lt"/>
          <a:ea typeface="+mn-ea"/>
          <a:cs typeface="+mn-cs"/>
        </a:defRPr>
      </a:lvl1pPr>
      <a:lvl2pPr marL="631825" indent="-209550" algn="l" rtl="0" eaLnBrk="0" fontAlgn="base" hangingPunct="0">
        <a:lnSpc>
          <a:spcPct val="90000"/>
        </a:lnSpc>
        <a:spcBef>
          <a:spcPts val="463"/>
        </a:spcBef>
        <a:spcAft>
          <a:spcPct val="0"/>
        </a:spcAft>
        <a:buFont typeface="Arial" pitchFamily="34" charset="0"/>
        <a:buChar char="•"/>
        <a:defRPr sz="2200" kern="1200">
          <a:solidFill>
            <a:schemeClr val="tx1"/>
          </a:solidFill>
          <a:latin typeface="+mn-lt"/>
          <a:ea typeface="+mn-ea"/>
          <a:cs typeface="+mn-cs"/>
        </a:defRPr>
      </a:lvl2pPr>
      <a:lvl3pPr marL="1054100" indent="-209550" algn="l" rtl="0" eaLnBrk="0" fontAlgn="base" hangingPunct="0">
        <a:lnSpc>
          <a:spcPct val="90000"/>
        </a:lnSpc>
        <a:spcBef>
          <a:spcPts val="463"/>
        </a:spcBef>
        <a:spcAft>
          <a:spcPct val="0"/>
        </a:spcAft>
        <a:buFont typeface="Arial" pitchFamily="34" charset="0"/>
        <a:buChar char="•"/>
        <a:defRPr sz="2400" kern="1200">
          <a:solidFill>
            <a:schemeClr val="tx1"/>
          </a:solidFill>
          <a:latin typeface="+mn-lt"/>
          <a:ea typeface="+mn-ea"/>
          <a:cs typeface="+mn-cs"/>
        </a:defRPr>
      </a:lvl3pPr>
      <a:lvl4pPr marL="1476375" indent="-209550" algn="l" rtl="0" eaLnBrk="0" fontAlgn="base" hangingPunct="0">
        <a:lnSpc>
          <a:spcPct val="90000"/>
        </a:lnSpc>
        <a:spcBef>
          <a:spcPts val="463"/>
        </a:spcBef>
        <a:spcAft>
          <a:spcPct val="0"/>
        </a:spcAft>
        <a:buFont typeface="Arial" pitchFamily="34" charset="0"/>
        <a:buChar char="•"/>
        <a:defRPr sz="2000" kern="1200">
          <a:solidFill>
            <a:schemeClr val="tx1"/>
          </a:solidFill>
          <a:latin typeface="+mn-lt"/>
          <a:ea typeface="+mn-ea"/>
          <a:cs typeface="+mn-cs"/>
        </a:defRPr>
      </a:lvl4pPr>
      <a:lvl5pPr marL="1898650" indent="-209550" algn="l" rtl="0" eaLnBrk="0" fontAlgn="base" hangingPunct="0">
        <a:lnSpc>
          <a:spcPct val="90000"/>
        </a:lnSpc>
        <a:spcBef>
          <a:spcPts val="463"/>
        </a:spcBef>
        <a:spcAft>
          <a:spcPct val="0"/>
        </a:spcAft>
        <a:buFont typeface="Arial" pitchFamily="34" charset="0"/>
        <a:buChar char="•"/>
        <a:defRPr sz="2000" kern="1200">
          <a:solidFill>
            <a:schemeClr val="tx1"/>
          </a:solidFill>
          <a:latin typeface="+mn-lt"/>
          <a:ea typeface="+mn-ea"/>
          <a:cs typeface="+mn-cs"/>
        </a:defRPr>
      </a:lvl5pPr>
      <a:lvl6pPr marL="2321227" indent="-211021" algn="l" defTabSz="844083" rtl="0" eaLnBrk="1" latinLnBrk="0" hangingPunct="1">
        <a:lnSpc>
          <a:spcPct val="90000"/>
        </a:lnSpc>
        <a:spcBef>
          <a:spcPts val="462"/>
        </a:spcBef>
        <a:buFont typeface="Arial" panose="020B0604020202020204" pitchFamily="34" charset="0"/>
        <a:buChar char="•"/>
        <a:defRPr sz="1662" kern="1200">
          <a:solidFill>
            <a:schemeClr val="tx1"/>
          </a:solidFill>
          <a:latin typeface="+mn-lt"/>
          <a:ea typeface="+mn-ea"/>
          <a:cs typeface="+mn-cs"/>
        </a:defRPr>
      </a:lvl6pPr>
      <a:lvl7pPr marL="2743269" indent="-211021" algn="l" defTabSz="844083" rtl="0" eaLnBrk="1" latinLnBrk="0" hangingPunct="1">
        <a:lnSpc>
          <a:spcPct val="90000"/>
        </a:lnSpc>
        <a:spcBef>
          <a:spcPts val="462"/>
        </a:spcBef>
        <a:buFont typeface="Arial" panose="020B0604020202020204" pitchFamily="34" charset="0"/>
        <a:buChar char="•"/>
        <a:defRPr sz="1662" kern="1200">
          <a:solidFill>
            <a:schemeClr val="tx1"/>
          </a:solidFill>
          <a:latin typeface="+mn-lt"/>
          <a:ea typeface="+mn-ea"/>
          <a:cs typeface="+mn-cs"/>
        </a:defRPr>
      </a:lvl7pPr>
      <a:lvl8pPr marL="3165310" indent="-211021" algn="l" defTabSz="844083" rtl="0" eaLnBrk="1" latinLnBrk="0" hangingPunct="1">
        <a:lnSpc>
          <a:spcPct val="90000"/>
        </a:lnSpc>
        <a:spcBef>
          <a:spcPts val="462"/>
        </a:spcBef>
        <a:buFont typeface="Arial" panose="020B0604020202020204" pitchFamily="34" charset="0"/>
        <a:buChar char="•"/>
        <a:defRPr sz="1662" kern="1200">
          <a:solidFill>
            <a:schemeClr val="tx1"/>
          </a:solidFill>
          <a:latin typeface="+mn-lt"/>
          <a:ea typeface="+mn-ea"/>
          <a:cs typeface="+mn-cs"/>
        </a:defRPr>
      </a:lvl8pPr>
      <a:lvl9pPr marL="3587351" indent="-211021" algn="l" defTabSz="844083" rtl="0" eaLnBrk="1" latinLnBrk="0" hangingPunct="1">
        <a:lnSpc>
          <a:spcPct val="90000"/>
        </a:lnSpc>
        <a:spcBef>
          <a:spcPts val="462"/>
        </a:spcBef>
        <a:buFont typeface="Arial" panose="020B0604020202020204" pitchFamily="34" charset="0"/>
        <a:buChar char="•"/>
        <a:defRPr sz="1662" kern="1200">
          <a:solidFill>
            <a:schemeClr val="tx1"/>
          </a:solidFill>
          <a:latin typeface="+mn-lt"/>
          <a:ea typeface="+mn-ea"/>
          <a:cs typeface="+mn-cs"/>
        </a:defRPr>
      </a:lvl9pPr>
    </p:bodyStyle>
    <p:otherStyle>
      <a:defPPr>
        <a:defRPr lang="en-US"/>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firebase.google.com/docs" TargetMode="External"/><Relationship Id="rId2" Type="http://schemas.openxmlformats.org/officeDocument/2006/relationships/hyperlink" Target="https://developers.google.com/maps" TargetMode="External"/><Relationship Id="rId1" Type="http://schemas.openxmlformats.org/officeDocument/2006/relationships/slideLayout" Target="../slideLayouts/slideLayout2.xml"/><Relationship Id="rId5" Type="http://schemas.openxmlformats.org/officeDocument/2006/relationships/hyperlink" Target="https://developer.android.com/" TargetMode="External"/><Relationship Id="rId4" Type="http://schemas.openxmlformats.org/officeDocument/2006/relationships/hyperlink" Target="https://pypi.org/project/SpeechRecognition/"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819150" y="1185706"/>
            <a:ext cx="7696200" cy="5170646"/>
          </a:xfrm>
          <a:prstGeom prst="rect">
            <a:avLst/>
          </a:prstGeom>
          <a:noFill/>
          <a:ln>
            <a:noFill/>
          </a:ln>
          <a:effectLst/>
        </p:spPr>
        <p:txBody>
          <a:bodyPr wrap="square">
            <a:spAutoFit/>
          </a:bodyPr>
          <a:lstStyle/>
          <a:p>
            <a:pPr algn="ctr" eaLnBrk="1" fontAlgn="auto" hangingPunct="1">
              <a:spcBef>
                <a:spcPts val="0"/>
              </a:spcBef>
              <a:spcAft>
                <a:spcPts val="0"/>
              </a:spcAft>
              <a:defRPr/>
            </a:pPr>
            <a:r>
              <a:rPr lang="en-US" sz="2800" b="1" dirty="0">
                <a:solidFill>
                  <a:schemeClr val="bg1"/>
                </a:solidFill>
                <a:latin typeface="Times New Roman" pitchFamily="18" charset="0"/>
                <a:cs typeface="Times New Roman" pitchFamily="18" charset="0"/>
              </a:rPr>
              <a:t>“ Smart 	Women Safety System”</a:t>
            </a:r>
          </a:p>
          <a:p>
            <a:pPr algn="ctr" eaLnBrk="1" fontAlgn="auto" hangingPunct="1">
              <a:spcBef>
                <a:spcPts val="0"/>
              </a:spcBef>
              <a:spcAft>
                <a:spcPts val="0"/>
              </a:spcAft>
              <a:defRPr/>
            </a:pPr>
            <a:endParaRPr lang="en-US" sz="2800" b="1"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endParaRPr lang="en-IN"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endParaRPr lang="en-IN"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r>
              <a:rPr lang="en-IN" dirty="0">
                <a:solidFill>
                  <a:schemeClr val="bg1"/>
                </a:solidFill>
                <a:latin typeface="Times New Roman" pitchFamily="18" charset="0"/>
                <a:cs typeface="Times New Roman" pitchFamily="18" charset="0"/>
              </a:rPr>
              <a:t>Presented by</a:t>
            </a:r>
          </a:p>
          <a:p>
            <a:pPr algn="ctr" eaLnBrk="1" fontAlgn="auto" hangingPunct="1">
              <a:spcBef>
                <a:spcPts val="0"/>
              </a:spcBef>
              <a:spcAft>
                <a:spcPts val="0"/>
              </a:spcAft>
              <a:defRPr/>
            </a:pPr>
            <a:endParaRPr lang="en-IN"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endParaRPr lang="en-IN"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r>
              <a:rPr lang="en-IN" sz="2000" b="1" dirty="0">
                <a:solidFill>
                  <a:schemeClr val="bg1"/>
                </a:solidFill>
                <a:latin typeface="Times New Roman" pitchFamily="18" charset="0"/>
                <a:cs typeface="Times New Roman" pitchFamily="18" charset="0"/>
              </a:rPr>
              <a:t>Humera khan                               Roll No - BETN1AI23054</a:t>
            </a:r>
          </a:p>
          <a:p>
            <a:pPr algn="ctr" eaLnBrk="1" fontAlgn="auto" hangingPunct="1">
              <a:spcBef>
                <a:spcPts val="0"/>
              </a:spcBef>
              <a:spcAft>
                <a:spcPts val="0"/>
              </a:spcAft>
              <a:defRPr/>
            </a:pPr>
            <a:r>
              <a:rPr lang="en-IN" sz="2000" b="1" dirty="0">
                <a:solidFill>
                  <a:schemeClr val="bg1"/>
                </a:solidFill>
                <a:latin typeface="Times New Roman" pitchFamily="18" charset="0"/>
                <a:cs typeface="Times New Roman" pitchFamily="18" charset="0"/>
              </a:rPr>
              <a:t>Anuj Pratap </a:t>
            </a:r>
            <a:r>
              <a:rPr lang="en-IN" sz="2000" b="1" dirty="0" err="1">
                <a:solidFill>
                  <a:schemeClr val="bg1"/>
                </a:solidFill>
                <a:latin typeface="Times New Roman" pitchFamily="18" charset="0"/>
                <a:cs typeface="Times New Roman" pitchFamily="18" charset="0"/>
              </a:rPr>
              <a:t>singh</a:t>
            </a:r>
            <a:r>
              <a:rPr lang="en-IN" sz="2000" b="1" dirty="0">
                <a:solidFill>
                  <a:schemeClr val="bg1"/>
                </a:solidFill>
                <a:latin typeface="Times New Roman" pitchFamily="18" charset="0"/>
                <a:cs typeface="Times New Roman" pitchFamily="18" charset="0"/>
              </a:rPr>
              <a:t>                       Roll No - BETN1AI23048 </a:t>
            </a:r>
          </a:p>
          <a:p>
            <a:pPr eaLnBrk="1" fontAlgn="auto" hangingPunct="1">
              <a:spcBef>
                <a:spcPts val="0"/>
              </a:spcBef>
              <a:spcAft>
                <a:spcPts val="0"/>
              </a:spcAft>
              <a:defRPr/>
            </a:pPr>
            <a:r>
              <a:rPr lang="en-IN" sz="2000" b="1" dirty="0">
                <a:solidFill>
                  <a:schemeClr val="bg1"/>
                </a:solidFill>
                <a:latin typeface="Times New Roman" pitchFamily="18" charset="0"/>
                <a:cs typeface="Times New Roman" pitchFamily="18" charset="0"/>
              </a:rPr>
              <a:t>          </a:t>
            </a:r>
            <a:r>
              <a:rPr lang="en-IN" sz="2000" b="1" dirty="0" err="1">
                <a:solidFill>
                  <a:schemeClr val="bg1"/>
                </a:solidFill>
                <a:latin typeface="Times New Roman" pitchFamily="18" charset="0"/>
                <a:cs typeface="Times New Roman" pitchFamily="18" charset="0"/>
              </a:rPr>
              <a:t>Sumit</a:t>
            </a:r>
            <a:r>
              <a:rPr lang="en-IN" sz="2000" b="1" dirty="0">
                <a:solidFill>
                  <a:schemeClr val="bg1"/>
                </a:solidFill>
                <a:latin typeface="Times New Roman" pitchFamily="18" charset="0"/>
                <a:cs typeface="Times New Roman" pitchFamily="18" charset="0"/>
              </a:rPr>
              <a:t> Sharma                             Roll No - BETN1AI23023</a:t>
            </a:r>
          </a:p>
          <a:p>
            <a:pPr algn="ctr" eaLnBrk="1" fontAlgn="auto" hangingPunct="1">
              <a:spcBef>
                <a:spcPts val="0"/>
              </a:spcBef>
              <a:spcAft>
                <a:spcPts val="0"/>
              </a:spcAft>
              <a:defRPr/>
            </a:pPr>
            <a:endParaRPr lang="en-IN" sz="2000" b="1"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r>
              <a:rPr lang="en-IN" sz="2000" b="1" dirty="0">
                <a:solidFill>
                  <a:schemeClr val="bg1"/>
                </a:solidFill>
                <a:latin typeface="Times New Roman" pitchFamily="18" charset="0"/>
                <a:cs typeface="Times New Roman" pitchFamily="18" charset="0"/>
              </a:rPr>
              <a:t>                                  </a:t>
            </a:r>
          </a:p>
          <a:p>
            <a:pPr algn="ctr" eaLnBrk="1" fontAlgn="auto" hangingPunct="1">
              <a:spcBef>
                <a:spcPts val="0"/>
              </a:spcBef>
              <a:spcAft>
                <a:spcPts val="0"/>
              </a:spcAft>
              <a:defRPr/>
            </a:pPr>
            <a:r>
              <a:rPr lang="en-IN" dirty="0">
                <a:solidFill>
                  <a:schemeClr val="bg1"/>
                </a:solidFill>
                <a:latin typeface="Times New Roman" pitchFamily="18" charset="0"/>
                <a:cs typeface="Times New Roman" pitchFamily="18" charset="0"/>
              </a:rPr>
              <a:t>Under the guidance of</a:t>
            </a:r>
          </a:p>
          <a:p>
            <a:pPr algn="ctr" eaLnBrk="1" fontAlgn="auto" hangingPunct="1">
              <a:spcBef>
                <a:spcPts val="0"/>
              </a:spcBef>
              <a:spcAft>
                <a:spcPts val="0"/>
              </a:spcAft>
              <a:defRPr/>
            </a:pPr>
            <a:r>
              <a:rPr lang="en-IN" sz="2000" b="1" dirty="0">
                <a:solidFill>
                  <a:schemeClr val="bg1"/>
                </a:solidFill>
                <a:latin typeface="Times New Roman" pitchFamily="18" charset="0"/>
                <a:cs typeface="Times New Roman" pitchFamily="18" charset="0"/>
              </a:rPr>
              <a:t>Mr. Manish Kumar Jain</a:t>
            </a:r>
          </a:p>
          <a:p>
            <a:pPr algn="ctr" eaLnBrk="1" fontAlgn="auto" hangingPunct="1">
              <a:spcBef>
                <a:spcPts val="0"/>
              </a:spcBef>
              <a:spcAft>
                <a:spcPts val="0"/>
              </a:spcAft>
              <a:defRPr/>
            </a:pPr>
            <a:r>
              <a:rPr lang="en-IN" sz="1600" dirty="0">
                <a:solidFill>
                  <a:schemeClr val="bg1"/>
                </a:solidFill>
                <a:latin typeface="Times New Roman" pitchFamily="18" charset="0"/>
                <a:cs typeface="Times New Roman" pitchFamily="18" charset="0"/>
              </a:rPr>
              <a:t> Designation</a:t>
            </a:r>
          </a:p>
          <a:p>
            <a:pPr algn="ctr" eaLnBrk="1" fontAlgn="auto" hangingPunct="1">
              <a:spcBef>
                <a:spcPts val="0"/>
              </a:spcBef>
              <a:spcAft>
                <a:spcPts val="0"/>
              </a:spcAft>
              <a:defRPr/>
            </a:pPr>
            <a:r>
              <a:rPr lang="en-US" sz="1600" b="0" i="0" dirty="0">
                <a:solidFill>
                  <a:srgbClr val="656565"/>
                </a:solidFill>
                <a:effectLst/>
                <a:latin typeface="Century Gothic" panose="020B0502020202020204" pitchFamily="34" charset="0"/>
              </a:rPr>
              <a:t>  </a:t>
            </a:r>
            <a:r>
              <a:rPr lang="en-US" sz="1400" b="0" i="0" dirty="0">
                <a:solidFill>
                  <a:schemeClr val="bg1"/>
                </a:solidFill>
                <a:effectLst/>
                <a:latin typeface="Century Gothic" panose="020B0502020202020204" pitchFamily="34" charset="0"/>
              </a:rPr>
              <a:t>Assistant Professor, Department of CSA SOET </a:t>
            </a:r>
            <a:r>
              <a:rPr lang="en-US" sz="1600" b="0" i="0" dirty="0">
                <a:solidFill>
                  <a:schemeClr val="bg1"/>
                </a:solidFill>
                <a:effectLst/>
                <a:latin typeface="Century Gothic" panose="020B0502020202020204" pitchFamily="34" charset="0"/>
              </a:rPr>
              <a:t>,</a:t>
            </a:r>
            <a:endParaRPr lang="en-IN" sz="1600"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r>
              <a:rPr lang="en-IN" sz="1400" dirty="0">
                <a:solidFill>
                  <a:schemeClr val="bg1"/>
                </a:solidFill>
                <a:latin typeface="Times New Roman" pitchFamily="18" charset="0"/>
                <a:cs typeface="Times New Roman" pitchFamily="18" charset="0"/>
              </a:rPr>
              <a:t>ITM University, Gwalior (M.P.)</a:t>
            </a:r>
          </a:p>
        </p:txBody>
      </p:sp>
      <p:sp>
        <p:nvSpPr>
          <p:cNvPr id="4" name="Slide Number Placeholder 3"/>
          <p:cNvSpPr>
            <a:spLocks noGrp="1"/>
          </p:cNvSpPr>
          <p:nvPr>
            <p:ph type="sldNum" sz="quarter" idx="12"/>
          </p:nvPr>
        </p:nvSpPr>
        <p:spPr/>
        <p:txBody>
          <a:bodyPr/>
          <a:lstStyle/>
          <a:p>
            <a:fld id="{A76736F7-70D6-4369-9B0D-4EE23F51EE2F}" type="slidenum">
              <a:rPr lang="en-US" altLang="en-US" smtClean="0"/>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noChangeArrowheads="1"/>
          </p:cNvSpPr>
          <p:nvPr>
            <p:ph idx="1"/>
          </p:nvPr>
        </p:nvSpPr>
        <p:spPr>
          <a:xfrm>
            <a:off x="1236665" y="1600200"/>
            <a:ext cx="7475537" cy="4003958"/>
          </a:xfrm>
        </p:spPr>
        <p:txBody>
          <a:bodyPr/>
          <a:lstStyle/>
          <a:p>
            <a:pPr>
              <a:lnSpc>
                <a:spcPct val="100000"/>
              </a:lnSpc>
              <a:buFont typeface="Wingdings" pitchFamily="2" charset="2"/>
              <a:buChar char="ü"/>
            </a:pPr>
            <a:r>
              <a:rPr lang="en-IN" altLang="en-US" sz="2000" dirty="0">
                <a:latin typeface="Times New Roman" pitchFamily="18" charset="0"/>
                <a:cs typeface="Times New Roman" pitchFamily="18" charset="0"/>
              </a:rPr>
              <a:t>Objective of Project/PBL</a:t>
            </a:r>
          </a:p>
          <a:p>
            <a:pPr>
              <a:lnSpc>
                <a:spcPct val="100000"/>
              </a:lnSpc>
              <a:buFont typeface="Wingdings" pitchFamily="2" charset="2"/>
              <a:buChar char="ü"/>
            </a:pPr>
            <a:r>
              <a:rPr lang="en-IN" altLang="en-US" sz="2000" dirty="0">
                <a:latin typeface="Times New Roman" pitchFamily="18" charset="0"/>
                <a:cs typeface="Times New Roman" pitchFamily="18" charset="0"/>
              </a:rPr>
              <a:t> Introduction </a:t>
            </a:r>
          </a:p>
          <a:p>
            <a:pPr>
              <a:lnSpc>
                <a:spcPct val="100000"/>
              </a:lnSpc>
              <a:buFont typeface="Wingdings" pitchFamily="2" charset="2"/>
              <a:buChar char="ü"/>
            </a:pPr>
            <a:r>
              <a:rPr lang="en-IN" altLang="en-US" sz="2000" dirty="0">
                <a:latin typeface="Times New Roman" pitchFamily="18" charset="0"/>
                <a:cs typeface="Times New Roman" pitchFamily="18" charset="0"/>
              </a:rPr>
              <a:t> Literature survey </a:t>
            </a:r>
          </a:p>
          <a:p>
            <a:pPr>
              <a:lnSpc>
                <a:spcPct val="100000"/>
              </a:lnSpc>
              <a:buFont typeface="Wingdings" pitchFamily="2" charset="2"/>
              <a:buChar char="ü"/>
            </a:pPr>
            <a:r>
              <a:rPr lang="en-IN" altLang="en-US" sz="2000" dirty="0">
                <a:latin typeface="Times New Roman" pitchFamily="18" charset="0"/>
                <a:cs typeface="Times New Roman" pitchFamily="18" charset="0"/>
              </a:rPr>
              <a:t>Expected Gap in Literature survey</a:t>
            </a:r>
          </a:p>
          <a:p>
            <a:pPr>
              <a:lnSpc>
                <a:spcPct val="100000"/>
              </a:lnSpc>
              <a:buFont typeface="Wingdings" pitchFamily="2" charset="2"/>
              <a:buChar char="ü"/>
            </a:pPr>
            <a:r>
              <a:rPr lang="en-IN" altLang="en-US" sz="2000" dirty="0">
                <a:latin typeface="Times New Roman" pitchFamily="18" charset="0"/>
                <a:cs typeface="Times New Roman" pitchFamily="18" charset="0"/>
              </a:rPr>
              <a:t> Project/PBL Methodology</a:t>
            </a:r>
          </a:p>
          <a:p>
            <a:pPr>
              <a:lnSpc>
                <a:spcPct val="100000"/>
              </a:lnSpc>
              <a:buFont typeface="Wingdings" pitchFamily="2" charset="2"/>
              <a:buChar char="ü"/>
            </a:pPr>
            <a:r>
              <a:rPr lang="en-IN" altLang="en-US" sz="2000" dirty="0">
                <a:latin typeface="Times New Roman" pitchFamily="18" charset="0"/>
                <a:cs typeface="Times New Roman" pitchFamily="18" charset="0"/>
              </a:rPr>
              <a:t>Hardware and Software Requirement</a:t>
            </a:r>
          </a:p>
          <a:p>
            <a:pPr>
              <a:lnSpc>
                <a:spcPct val="100000"/>
              </a:lnSpc>
              <a:buFont typeface="Wingdings" pitchFamily="2" charset="2"/>
              <a:buChar char="ü"/>
            </a:pPr>
            <a:r>
              <a:rPr lang="en-IN" altLang="en-US" sz="2000" dirty="0">
                <a:latin typeface="Times New Roman" pitchFamily="18" charset="0"/>
                <a:cs typeface="Times New Roman" pitchFamily="18" charset="0"/>
              </a:rPr>
              <a:t>DFD/ER/Flowchart Of The Project</a:t>
            </a:r>
          </a:p>
          <a:p>
            <a:pPr>
              <a:lnSpc>
                <a:spcPct val="100000"/>
              </a:lnSpc>
              <a:buFont typeface="Wingdings" pitchFamily="2" charset="2"/>
              <a:buChar char="ü"/>
            </a:pPr>
            <a:r>
              <a:rPr lang="en-IN" altLang="en-US" sz="2000" dirty="0">
                <a:latin typeface="Times New Roman" pitchFamily="18" charset="0"/>
                <a:cs typeface="Times New Roman" pitchFamily="18" charset="0"/>
              </a:rPr>
              <a:t> Expected Output</a:t>
            </a:r>
          </a:p>
          <a:p>
            <a:pPr>
              <a:lnSpc>
                <a:spcPct val="100000"/>
              </a:lnSpc>
              <a:buFont typeface="Wingdings" pitchFamily="2" charset="2"/>
              <a:buChar char="ü"/>
            </a:pPr>
            <a:r>
              <a:rPr lang="en-IN" altLang="en-US" sz="2000" dirty="0">
                <a:latin typeface="Times New Roman" pitchFamily="18" charset="0"/>
                <a:cs typeface="Times New Roman" pitchFamily="18" charset="0"/>
              </a:rPr>
              <a:t> Conclusion / Summary</a:t>
            </a:r>
          </a:p>
          <a:p>
            <a:pPr>
              <a:lnSpc>
                <a:spcPct val="100000"/>
              </a:lnSpc>
              <a:buFont typeface="Wingdings" pitchFamily="2" charset="2"/>
              <a:buChar char="ü"/>
            </a:pPr>
            <a:r>
              <a:rPr lang="en-IN" altLang="en-US" sz="2000" dirty="0">
                <a:latin typeface="Times New Roman" pitchFamily="18" charset="0"/>
                <a:cs typeface="Times New Roman" pitchFamily="18" charset="0"/>
              </a:rPr>
              <a:t> Future Scope</a:t>
            </a:r>
          </a:p>
          <a:p>
            <a:pPr>
              <a:lnSpc>
                <a:spcPct val="100000"/>
              </a:lnSpc>
              <a:buFont typeface="Wingdings" pitchFamily="2" charset="2"/>
              <a:buChar char="ü"/>
            </a:pPr>
            <a:r>
              <a:rPr lang="en-IN" altLang="en-US" sz="2000" dirty="0">
                <a:latin typeface="Times New Roman" pitchFamily="18" charset="0"/>
                <a:cs typeface="Times New Roman" pitchFamily="18" charset="0"/>
              </a:rPr>
              <a:t> References</a:t>
            </a:r>
          </a:p>
          <a:p>
            <a:pPr>
              <a:lnSpc>
                <a:spcPct val="100000"/>
              </a:lnSpc>
              <a:buFont typeface="Wingdings" pitchFamily="2" charset="2"/>
              <a:buChar char="ü"/>
            </a:pPr>
            <a:endParaRPr lang="en-IN" altLang="en-US" sz="2000" dirty="0">
              <a:latin typeface="Times New Roman" pitchFamily="18" charset="0"/>
              <a:cs typeface="Times New Roman" pitchFamily="18" charset="0"/>
            </a:endParaRPr>
          </a:p>
        </p:txBody>
      </p:sp>
      <p:cxnSp>
        <p:nvCxnSpPr>
          <p:cNvPr id="6" name="Straight Connector 5"/>
          <p:cNvCxnSpPr/>
          <p:nvPr/>
        </p:nvCxnSpPr>
        <p:spPr>
          <a:xfrm flipV="1">
            <a:off x="1043608" y="1467465"/>
            <a:ext cx="7920880" cy="17321"/>
          </a:xfrm>
          <a:prstGeom prst="line">
            <a:avLst/>
          </a:prstGeom>
          <a:ln w="38100">
            <a:solidFill>
              <a:srgbClr val="800000"/>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064630" y="908722"/>
            <a:ext cx="3723394" cy="548099"/>
          </a:xfrm>
          <a:prstGeom prst="rect">
            <a:avLst/>
          </a:prstGeom>
        </p:spPr>
        <p:txBody>
          <a:bodyPr wrap="square">
            <a:spAutoFit/>
          </a:bodyPr>
          <a:lstStyle/>
          <a:p>
            <a:pPr algn="just">
              <a:lnSpc>
                <a:spcPct val="115000"/>
              </a:lnSpc>
              <a:spcAft>
                <a:spcPts val="1000"/>
              </a:spcAft>
            </a:pPr>
            <a:r>
              <a:rPr lang="en-US"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Presentation Outline</a:t>
            </a:r>
            <a:endParaRPr lang="en-IN"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A76736F7-70D6-4369-9B0D-4EE23F51EE2F}" type="slidenum">
              <a:rPr lang="en-US" altLang="en-US" smtClean="0"/>
              <a:pPr/>
              <a:t>2</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CBA3D-0DCA-44BE-B15E-D3284DA91DC0}"/>
              </a:ext>
            </a:extLst>
          </p:cNvPr>
          <p:cNvSpPr>
            <a:spLocks noGrp="1"/>
          </p:cNvSpPr>
          <p:nvPr>
            <p:ph type="title"/>
          </p:nvPr>
        </p:nvSpPr>
        <p:spPr/>
        <p:txBody>
          <a:bodyPr/>
          <a:lstStyle/>
          <a:p>
            <a:pPr algn="l"/>
            <a:r>
              <a:rPr lang="en-IN" altLang="en-US" sz="2800" u="sng" dirty="0">
                <a:latin typeface="Times New Roman" pitchFamily="18" charset="0"/>
                <a:cs typeface="Times New Roman" pitchFamily="18" charset="0"/>
              </a:rPr>
              <a:t>Objective of Project/PBL</a:t>
            </a:r>
            <a:r>
              <a:rPr lang="en-US" sz="2800" u="sng" dirty="0"/>
              <a:t> </a:t>
            </a:r>
            <a:r>
              <a:rPr lang="en-US" dirty="0"/>
              <a:t>                                </a:t>
            </a:r>
            <a:endParaRPr lang="en-IN" dirty="0"/>
          </a:p>
        </p:txBody>
      </p:sp>
      <p:sp>
        <p:nvSpPr>
          <p:cNvPr id="3" name="Content Placeholder 2">
            <a:extLst>
              <a:ext uri="{FF2B5EF4-FFF2-40B4-BE49-F238E27FC236}">
                <a16:creationId xmlns:a16="http://schemas.microsoft.com/office/drawing/2014/main" id="{D873F333-5D34-44E0-949A-1146BAC8156A}"/>
              </a:ext>
            </a:extLst>
          </p:cNvPr>
          <p:cNvSpPr>
            <a:spLocks noGrp="1"/>
          </p:cNvSpPr>
          <p:nvPr>
            <p:ph idx="1"/>
          </p:nvPr>
        </p:nvSpPr>
        <p:spPr>
          <a:xfrm>
            <a:off x="1235949" y="1981200"/>
            <a:ext cx="7475973" cy="4198938"/>
          </a:xfrm>
        </p:spPr>
        <p:txBody>
          <a:bodyPr/>
          <a:lstStyle/>
          <a:p>
            <a:pPr algn="just">
              <a:buFont typeface="Arial" panose="020B0604020202020204" pitchFamily="34" charset="0"/>
              <a:buChar char="•"/>
            </a:pPr>
            <a:r>
              <a:rPr lang="en-US" sz="2000" dirty="0"/>
              <a:t>To develop a </a:t>
            </a:r>
            <a:r>
              <a:rPr lang="en-US" sz="2000" b="1" dirty="0"/>
              <a:t>smart women safety system</a:t>
            </a:r>
            <a:r>
              <a:rPr lang="en-US" sz="2000" dirty="0"/>
              <a:t> that can automatically detect danger situations.</a:t>
            </a:r>
          </a:p>
          <a:p>
            <a:pPr algn="just">
              <a:buFont typeface="Arial" panose="020B0604020202020204" pitchFamily="34" charset="0"/>
              <a:buChar char="•"/>
            </a:pPr>
            <a:r>
              <a:rPr lang="en-US" sz="2000" dirty="0"/>
              <a:t>To provide </a:t>
            </a:r>
            <a:r>
              <a:rPr lang="en-US" sz="2000" b="1" dirty="0"/>
              <a:t>instant emergency alerts</a:t>
            </a:r>
            <a:r>
              <a:rPr lang="en-US" sz="2000" dirty="0"/>
              <a:t> without requiring manual action.</a:t>
            </a:r>
          </a:p>
          <a:p>
            <a:pPr algn="just">
              <a:buFont typeface="Arial" panose="020B0604020202020204" pitchFamily="34" charset="0"/>
              <a:buChar char="•"/>
            </a:pPr>
            <a:r>
              <a:rPr lang="en-US" sz="2000" dirty="0"/>
              <a:t>To enable </a:t>
            </a:r>
            <a:r>
              <a:rPr lang="en-US" sz="2000" b="1" dirty="0"/>
              <a:t>real-time location tracking</a:t>
            </a:r>
            <a:r>
              <a:rPr lang="en-US" sz="2000" dirty="0"/>
              <a:t> for quick help.</a:t>
            </a:r>
          </a:p>
          <a:p>
            <a:pPr algn="just">
              <a:buFont typeface="Arial" panose="020B0604020202020204" pitchFamily="34" charset="0"/>
              <a:buChar char="•"/>
            </a:pPr>
            <a:r>
              <a:rPr lang="en-US" sz="2000" dirty="0"/>
              <a:t>To use </a:t>
            </a:r>
            <a:r>
              <a:rPr lang="en-US" sz="2000" b="1" dirty="0"/>
              <a:t>AI-based voice and motion detection</a:t>
            </a:r>
            <a:r>
              <a:rPr lang="en-US" sz="2000" dirty="0"/>
              <a:t> for identifying distress.</a:t>
            </a:r>
          </a:p>
          <a:p>
            <a:pPr algn="just">
              <a:buFont typeface="Arial" panose="020B0604020202020204" pitchFamily="34" charset="0"/>
              <a:buChar char="•"/>
            </a:pPr>
            <a:r>
              <a:rPr lang="en-US" sz="2000" dirty="0"/>
              <a:t>To ensure </a:t>
            </a:r>
            <a:r>
              <a:rPr lang="en-US" sz="2000" b="1" dirty="0"/>
              <a:t>quick response and safety support</a:t>
            </a:r>
            <a:r>
              <a:rPr lang="en-US" sz="2000" dirty="0"/>
              <a:t> during emergencies.</a:t>
            </a:r>
          </a:p>
          <a:p>
            <a:pPr marL="0" indent="0">
              <a:buNone/>
            </a:pPr>
            <a:endParaRPr lang="en-IN" dirty="0"/>
          </a:p>
        </p:txBody>
      </p:sp>
      <p:sp>
        <p:nvSpPr>
          <p:cNvPr id="4" name="Slide Number Placeholder 3">
            <a:extLst>
              <a:ext uri="{FF2B5EF4-FFF2-40B4-BE49-F238E27FC236}">
                <a16:creationId xmlns:a16="http://schemas.microsoft.com/office/drawing/2014/main" id="{981F658F-DBC8-44E0-BEA9-E5A3E1FB5DA4}"/>
              </a:ext>
            </a:extLst>
          </p:cNvPr>
          <p:cNvSpPr>
            <a:spLocks noGrp="1"/>
          </p:cNvSpPr>
          <p:nvPr>
            <p:ph type="sldNum" sz="quarter" idx="12"/>
          </p:nvPr>
        </p:nvSpPr>
        <p:spPr/>
        <p:txBody>
          <a:bodyPr/>
          <a:lstStyle/>
          <a:p>
            <a:fld id="{A76736F7-70D6-4369-9B0D-4EE23F51EE2F}" type="slidenum">
              <a:rPr lang="en-US" altLang="en-US" smtClean="0"/>
              <a:pPr/>
              <a:t>3</a:t>
            </a:fld>
            <a:endParaRPr lang="en-US" altLang="en-US"/>
          </a:p>
        </p:txBody>
      </p:sp>
    </p:spTree>
    <p:extLst>
      <p:ext uri="{BB962C8B-B14F-4D97-AF65-F5344CB8AC3E}">
        <p14:creationId xmlns:p14="http://schemas.microsoft.com/office/powerpoint/2010/main" val="1214582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03B1C-68F2-4C79-8BE9-89CF888D34AB}"/>
              </a:ext>
            </a:extLst>
          </p:cNvPr>
          <p:cNvSpPr>
            <a:spLocks noGrp="1"/>
          </p:cNvSpPr>
          <p:nvPr>
            <p:ph type="title"/>
          </p:nvPr>
        </p:nvSpPr>
        <p:spPr/>
        <p:txBody>
          <a:bodyPr/>
          <a:lstStyle/>
          <a:p>
            <a:pPr algn="l"/>
            <a:r>
              <a:rPr lang="en-IN" altLang="en-US" sz="2800" u="sng" dirty="0">
                <a:latin typeface="Times New Roman" pitchFamily="18" charset="0"/>
                <a:cs typeface="Times New Roman" pitchFamily="18" charset="0"/>
              </a:rPr>
              <a:t>INTRODUCTION</a:t>
            </a:r>
            <a:br>
              <a:rPr lang="en-IN" altLang="en-US" sz="2800" dirty="0">
                <a:latin typeface="Times New Roman" pitchFamily="18" charset="0"/>
                <a:cs typeface="Times New Roman" pitchFamily="18" charset="0"/>
              </a:rPr>
            </a:br>
            <a:endParaRPr lang="en-IN" dirty="0"/>
          </a:p>
        </p:txBody>
      </p:sp>
      <p:sp>
        <p:nvSpPr>
          <p:cNvPr id="4" name="Slide Number Placeholder 3">
            <a:extLst>
              <a:ext uri="{FF2B5EF4-FFF2-40B4-BE49-F238E27FC236}">
                <a16:creationId xmlns:a16="http://schemas.microsoft.com/office/drawing/2014/main" id="{F1406298-AC52-489A-82BF-48B183ADDEDE}"/>
              </a:ext>
            </a:extLst>
          </p:cNvPr>
          <p:cNvSpPr>
            <a:spLocks noGrp="1"/>
          </p:cNvSpPr>
          <p:nvPr>
            <p:ph type="sldNum" sz="quarter" idx="12"/>
          </p:nvPr>
        </p:nvSpPr>
        <p:spPr/>
        <p:txBody>
          <a:bodyPr/>
          <a:lstStyle/>
          <a:p>
            <a:fld id="{A76736F7-70D6-4369-9B0D-4EE23F51EE2F}" type="slidenum">
              <a:rPr lang="en-US" altLang="en-US" smtClean="0"/>
              <a:pPr/>
              <a:t>4</a:t>
            </a:fld>
            <a:endParaRPr lang="en-US" altLang="en-US"/>
          </a:p>
        </p:txBody>
      </p:sp>
      <p:sp>
        <p:nvSpPr>
          <p:cNvPr id="6" name="TextBox 5">
            <a:extLst>
              <a:ext uri="{FF2B5EF4-FFF2-40B4-BE49-F238E27FC236}">
                <a16:creationId xmlns:a16="http://schemas.microsoft.com/office/drawing/2014/main" id="{ECACA43C-00AB-4996-B085-F67956158F6F}"/>
              </a:ext>
            </a:extLst>
          </p:cNvPr>
          <p:cNvSpPr txBox="1"/>
          <p:nvPr/>
        </p:nvSpPr>
        <p:spPr>
          <a:xfrm>
            <a:off x="2286000" y="3244334"/>
            <a:ext cx="4572000" cy="369332"/>
          </a:xfrm>
          <a:prstGeom prst="rect">
            <a:avLst/>
          </a:prstGeom>
          <a:noFill/>
        </p:spPr>
        <p:txBody>
          <a:bodyPr wrap="square">
            <a:spAutoFit/>
          </a:bodyPr>
          <a:lstStyle/>
          <a:p>
            <a:pPr>
              <a:lnSpc>
                <a:spcPct val="100000"/>
              </a:lnSpc>
              <a:buFont typeface="Wingdings" pitchFamily="2" charset="2"/>
              <a:buChar char="ü"/>
            </a:pPr>
            <a:r>
              <a:rPr lang="en-IN" altLang="en-US" dirty="0">
                <a:latin typeface="Times New Roman" pitchFamily="18" charset="0"/>
                <a:cs typeface="Times New Roman" pitchFamily="18" charset="0"/>
              </a:rPr>
              <a:t>Objective of Project/PBL</a:t>
            </a:r>
          </a:p>
        </p:txBody>
      </p:sp>
      <p:sp>
        <p:nvSpPr>
          <p:cNvPr id="12" name="Content Placeholder 11">
            <a:extLst>
              <a:ext uri="{FF2B5EF4-FFF2-40B4-BE49-F238E27FC236}">
                <a16:creationId xmlns:a16="http://schemas.microsoft.com/office/drawing/2014/main" id="{988A3E51-8909-4894-BCE0-B9746E3668B2}"/>
              </a:ext>
            </a:extLst>
          </p:cNvPr>
          <p:cNvSpPr>
            <a:spLocks noGrp="1"/>
          </p:cNvSpPr>
          <p:nvPr>
            <p:ph idx="1"/>
          </p:nvPr>
        </p:nvSpPr>
        <p:spPr/>
        <p:txBody>
          <a:bodyPr/>
          <a:lstStyle/>
          <a:p>
            <a:r>
              <a:rPr lang="en-US" sz="1800" dirty="0"/>
              <a:t>Women safety is a major concern in today’s world, especially when traveling alone or in unsafe areas. Many safety applications are available, but most of them depend on the user to manually press an SOS button during an emergency.</a:t>
            </a:r>
          </a:p>
          <a:p>
            <a:r>
              <a:rPr lang="en-US" sz="1800" dirty="0"/>
              <a:t>In real-life situations, the victim may not always be able to use the phone due to fear, panic, or sudden danger.</a:t>
            </a:r>
          </a:p>
          <a:p>
            <a:r>
              <a:rPr lang="en-US" sz="1800" dirty="0"/>
              <a:t>To solve this problem, our project introduces a </a:t>
            </a:r>
            <a:r>
              <a:rPr lang="en-US" sz="1800" b="1" dirty="0"/>
              <a:t>Smart Women Safety System</a:t>
            </a:r>
            <a:r>
              <a:rPr lang="en-US" sz="1800" dirty="0"/>
              <a:t> that uses </a:t>
            </a:r>
            <a:r>
              <a:rPr lang="en-US" sz="1800" b="1" dirty="0"/>
              <a:t>Artificial Intelligence</a:t>
            </a:r>
            <a:r>
              <a:rPr lang="en-US" sz="1800" dirty="0"/>
              <a:t> to automatically detect danger. The system can identify distress through voice commands, phone movements like shaking, and location tracking.</a:t>
            </a:r>
          </a:p>
          <a:p>
            <a:r>
              <a:rPr lang="en-US" sz="1800" dirty="0"/>
              <a:t>Once danger is detected, it automatically sends alerts to emergency contacts along with live location and starts recording audio for evidence.</a:t>
            </a:r>
          </a:p>
          <a:p>
            <a:r>
              <a:rPr lang="en-US" sz="1800" dirty="0"/>
              <a:t>This system aims to provide </a:t>
            </a:r>
            <a:r>
              <a:rPr lang="en-US" sz="1800" b="1" dirty="0"/>
              <a:t>quick, reliable, and automatic safety support</a:t>
            </a:r>
            <a:r>
              <a:rPr lang="en-US" sz="1800" dirty="0"/>
              <a:t> without depending on user action.</a:t>
            </a:r>
          </a:p>
          <a:p>
            <a:pPr marL="0" indent="0">
              <a:buNone/>
            </a:pPr>
            <a:endParaRPr lang="en-IN" sz="1000" dirty="0"/>
          </a:p>
        </p:txBody>
      </p:sp>
    </p:spTree>
    <p:extLst>
      <p:ext uri="{BB962C8B-B14F-4D97-AF65-F5344CB8AC3E}">
        <p14:creationId xmlns:p14="http://schemas.microsoft.com/office/powerpoint/2010/main" val="3181956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CAFFE-9DA3-46CE-AF8E-631325196DDB}"/>
              </a:ext>
            </a:extLst>
          </p:cNvPr>
          <p:cNvSpPr>
            <a:spLocks noGrp="1"/>
          </p:cNvSpPr>
          <p:nvPr>
            <p:ph type="title"/>
          </p:nvPr>
        </p:nvSpPr>
        <p:spPr>
          <a:xfrm>
            <a:off x="1070753" y="1069481"/>
            <a:ext cx="7475973" cy="525919"/>
          </a:xfrm>
        </p:spPr>
        <p:txBody>
          <a:bodyPr/>
          <a:lstStyle/>
          <a:p>
            <a:pPr algn="l"/>
            <a:r>
              <a:rPr lang="en-IN" altLang="en-US" sz="2800" u="sng" dirty="0">
                <a:latin typeface="Times New Roman" pitchFamily="18" charset="0"/>
                <a:cs typeface="Times New Roman" pitchFamily="18" charset="0"/>
              </a:rPr>
              <a:t>Literature survey</a:t>
            </a:r>
            <a:endParaRPr lang="en-IN" u="sng" dirty="0"/>
          </a:p>
        </p:txBody>
      </p:sp>
      <p:sp>
        <p:nvSpPr>
          <p:cNvPr id="3" name="Content Placeholder 2">
            <a:extLst>
              <a:ext uri="{FF2B5EF4-FFF2-40B4-BE49-F238E27FC236}">
                <a16:creationId xmlns:a16="http://schemas.microsoft.com/office/drawing/2014/main" id="{0AEA7A8E-6EBF-4C45-B2A2-87D55D495B3D}"/>
              </a:ext>
            </a:extLst>
          </p:cNvPr>
          <p:cNvSpPr>
            <a:spLocks noGrp="1"/>
          </p:cNvSpPr>
          <p:nvPr>
            <p:ph idx="1"/>
          </p:nvPr>
        </p:nvSpPr>
        <p:spPr>
          <a:xfrm>
            <a:off x="1219200" y="1800207"/>
            <a:ext cx="7475973" cy="4351338"/>
          </a:xfrm>
        </p:spPr>
        <p:txBody>
          <a:bodyPr/>
          <a:lstStyle/>
          <a:p>
            <a:pPr>
              <a:buFont typeface="Arial" panose="020B0604020202020204" pitchFamily="34" charset="0"/>
              <a:buChar char="•"/>
            </a:pPr>
            <a:r>
              <a:rPr lang="en-IN" sz="2000" dirty="0"/>
              <a:t>Existing apps like safety apps provide:</a:t>
            </a:r>
          </a:p>
          <a:p>
            <a:pPr marL="971550" lvl="1" indent="-514350">
              <a:buFont typeface="+mj-lt"/>
              <a:buAutoNum type="romanLcPeriod"/>
            </a:pPr>
            <a:r>
              <a:rPr lang="en-IN" sz="2000" dirty="0"/>
              <a:t>SOS button</a:t>
            </a:r>
          </a:p>
          <a:p>
            <a:pPr marL="971550" lvl="1" indent="-514350">
              <a:buFont typeface="+mj-lt"/>
              <a:buAutoNum type="romanLcPeriod"/>
            </a:pPr>
            <a:r>
              <a:rPr lang="en-IN" sz="2000" dirty="0"/>
              <a:t>Location sharing</a:t>
            </a:r>
          </a:p>
          <a:p>
            <a:pPr>
              <a:buFont typeface="Arial" panose="020B0604020202020204" pitchFamily="34" charset="0"/>
              <a:buChar char="•"/>
            </a:pPr>
            <a:r>
              <a:rPr lang="en-IN" sz="2000" dirty="0"/>
              <a:t>Research papers focus on:</a:t>
            </a:r>
          </a:p>
          <a:p>
            <a:pPr marL="971550" lvl="1" indent="-514350">
              <a:buFont typeface="+mj-lt"/>
              <a:buAutoNum type="romanLcPeriod"/>
            </a:pPr>
            <a:r>
              <a:rPr lang="en-IN" sz="2000" dirty="0"/>
              <a:t>GPS tracking</a:t>
            </a:r>
          </a:p>
          <a:p>
            <a:pPr marL="971550" lvl="1" indent="-514350">
              <a:buFont typeface="+mj-lt"/>
              <a:buAutoNum type="romanLcPeriod"/>
            </a:pPr>
            <a:r>
              <a:rPr lang="en-IN" sz="2000" dirty="0"/>
              <a:t>Basic alert systems</a:t>
            </a:r>
          </a:p>
          <a:p>
            <a:pPr>
              <a:buFont typeface="Arial" panose="020B0604020202020204" pitchFamily="34" charset="0"/>
              <a:buChar char="•"/>
            </a:pPr>
            <a:r>
              <a:rPr lang="en-IN" sz="2000" dirty="0"/>
              <a:t>Some systems use:</a:t>
            </a:r>
          </a:p>
          <a:p>
            <a:pPr marL="971550" lvl="1" indent="-514350">
              <a:buFont typeface="+mj-lt"/>
              <a:buAutoNum type="romanLcPeriod"/>
            </a:pPr>
            <a:r>
              <a:rPr lang="en-IN" sz="2000" dirty="0"/>
              <a:t>Wearable devices</a:t>
            </a:r>
          </a:p>
          <a:p>
            <a:pPr marL="971550" lvl="1" indent="-514350">
              <a:buFont typeface="+mj-lt"/>
              <a:buAutoNum type="romanLcPeriod"/>
            </a:pPr>
            <a:r>
              <a:rPr lang="en-IN" sz="2000" dirty="0"/>
              <a:t>Emergency messaging</a:t>
            </a:r>
          </a:p>
          <a:p>
            <a:r>
              <a:rPr lang="en-IN" sz="2000" dirty="0"/>
              <a:t>❗ Limitation:</a:t>
            </a:r>
          </a:p>
          <a:p>
            <a:pPr marL="514350" indent="-514350">
              <a:buFont typeface="+mj-lt"/>
              <a:buAutoNum type="romanLcPeriod"/>
            </a:pPr>
            <a:r>
              <a:rPr lang="en-IN" sz="2000" dirty="0"/>
              <a:t>No intelligent detection</a:t>
            </a:r>
          </a:p>
          <a:p>
            <a:pPr marL="514350" indent="-514350">
              <a:buFont typeface="+mj-lt"/>
              <a:buAutoNum type="romanLcPeriod"/>
            </a:pPr>
            <a:r>
              <a:rPr lang="en-IN" sz="2000" dirty="0"/>
              <a:t>No real-time AI-based analysis</a:t>
            </a:r>
          </a:p>
          <a:p>
            <a:pPr marL="0" indent="0">
              <a:buNone/>
            </a:pPr>
            <a:endParaRPr lang="en-IN" dirty="0"/>
          </a:p>
        </p:txBody>
      </p:sp>
      <p:sp>
        <p:nvSpPr>
          <p:cNvPr id="4" name="Slide Number Placeholder 3">
            <a:extLst>
              <a:ext uri="{FF2B5EF4-FFF2-40B4-BE49-F238E27FC236}">
                <a16:creationId xmlns:a16="http://schemas.microsoft.com/office/drawing/2014/main" id="{354AEBFC-8F8E-4179-B022-4C530FD07EEE}"/>
              </a:ext>
            </a:extLst>
          </p:cNvPr>
          <p:cNvSpPr>
            <a:spLocks noGrp="1"/>
          </p:cNvSpPr>
          <p:nvPr>
            <p:ph type="sldNum" sz="quarter" idx="12"/>
          </p:nvPr>
        </p:nvSpPr>
        <p:spPr/>
        <p:txBody>
          <a:bodyPr/>
          <a:lstStyle/>
          <a:p>
            <a:fld id="{A76736F7-70D6-4369-9B0D-4EE23F51EE2F}" type="slidenum">
              <a:rPr lang="en-US" altLang="en-US" smtClean="0"/>
              <a:pPr/>
              <a:t>5</a:t>
            </a:fld>
            <a:endParaRPr lang="en-US" altLang="en-US"/>
          </a:p>
        </p:txBody>
      </p:sp>
    </p:spTree>
    <p:extLst>
      <p:ext uri="{BB962C8B-B14F-4D97-AF65-F5344CB8AC3E}">
        <p14:creationId xmlns:p14="http://schemas.microsoft.com/office/powerpoint/2010/main" val="381530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02123-6C0B-4FF8-9EBE-F190A9A35AE5}"/>
              </a:ext>
            </a:extLst>
          </p:cNvPr>
          <p:cNvSpPr>
            <a:spLocks noGrp="1"/>
          </p:cNvSpPr>
          <p:nvPr>
            <p:ph type="title"/>
          </p:nvPr>
        </p:nvSpPr>
        <p:spPr>
          <a:xfrm>
            <a:off x="1211367" y="842896"/>
            <a:ext cx="7475973" cy="525919"/>
          </a:xfrm>
        </p:spPr>
        <p:txBody>
          <a:bodyPr/>
          <a:lstStyle/>
          <a:p>
            <a:pPr algn="l"/>
            <a:r>
              <a:rPr lang="en-US" u="sng" dirty="0"/>
              <a:t>Literature Survey</a:t>
            </a:r>
            <a:endParaRPr lang="en-IN" u="sng" dirty="0"/>
          </a:p>
        </p:txBody>
      </p:sp>
      <p:pic>
        <p:nvPicPr>
          <p:cNvPr id="6" name="Content Placeholder 5">
            <a:extLst>
              <a:ext uri="{FF2B5EF4-FFF2-40B4-BE49-F238E27FC236}">
                <a16:creationId xmlns:a16="http://schemas.microsoft.com/office/drawing/2014/main" id="{457CE368-5B3F-4F66-BE53-29CF109EB6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1368816"/>
            <a:ext cx="7924800" cy="5184384"/>
          </a:xfrm>
        </p:spPr>
      </p:pic>
      <p:sp>
        <p:nvSpPr>
          <p:cNvPr id="4" name="Slide Number Placeholder 3">
            <a:extLst>
              <a:ext uri="{FF2B5EF4-FFF2-40B4-BE49-F238E27FC236}">
                <a16:creationId xmlns:a16="http://schemas.microsoft.com/office/drawing/2014/main" id="{2769E5CE-A9DB-4E96-9DE8-B4548D395303}"/>
              </a:ext>
            </a:extLst>
          </p:cNvPr>
          <p:cNvSpPr>
            <a:spLocks noGrp="1"/>
          </p:cNvSpPr>
          <p:nvPr>
            <p:ph type="sldNum" sz="quarter" idx="12"/>
          </p:nvPr>
        </p:nvSpPr>
        <p:spPr/>
        <p:txBody>
          <a:bodyPr/>
          <a:lstStyle/>
          <a:p>
            <a:fld id="{A76736F7-70D6-4369-9B0D-4EE23F51EE2F}" type="slidenum">
              <a:rPr lang="en-US" altLang="en-US" smtClean="0"/>
              <a:pPr/>
              <a:t>6</a:t>
            </a:fld>
            <a:endParaRPr lang="en-US" altLang="en-US"/>
          </a:p>
        </p:txBody>
      </p:sp>
    </p:spTree>
    <p:extLst>
      <p:ext uri="{BB962C8B-B14F-4D97-AF65-F5344CB8AC3E}">
        <p14:creationId xmlns:p14="http://schemas.microsoft.com/office/powerpoint/2010/main" val="2536874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5A03F-DE2D-4541-B12B-821566C454AC}"/>
              </a:ext>
            </a:extLst>
          </p:cNvPr>
          <p:cNvSpPr>
            <a:spLocks noGrp="1"/>
          </p:cNvSpPr>
          <p:nvPr>
            <p:ph type="title"/>
          </p:nvPr>
        </p:nvSpPr>
        <p:spPr/>
        <p:txBody>
          <a:bodyPr/>
          <a:lstStyle/>
          <a:p>
            <a:pPr algn="l"/>
            <a:r>
              <a:rPr lang="en-IN" altLang="en-US" sz="2800" u="sng" dirty="0">
                <a:latin typeface="Times New Roman" pitchFamily="18" charset="0"/>
                <a:cs typeface="Times New Roman" pitchFamily="18" charset="0"/>
              </a:rPr>
              <a:t>Expected Gap in Literature survey</a:t>
            </a:r>
            <a:br>
              <a:rPr lang="en-IN" altLang="en-US" sz="2800" dirty="0">
                <a:latin typeface="Times New Roman" pitchFamily="18" charset="0"/>
                <a:cs typeface="Times New Roman" pitchFamily="18" charset="0"/>
              </a:rPr>
            </a:br>
            <a:endParaRPr lang="en-IN" dirty="0"/>
          </a:p>
        </p:txBody>
      </p:sp>
      <p:sp>
        <p:nvSpPr>
          <p:cNvPr id="3" name="Content Placeholder 2">
            <a:extLst>
              <a:ext uri="{FF2B5EF4-FFF2-40B4-BE49-F238E27FC236}">
                <a16:creationId xmlns:a16="http://schemas.microsoft.com/office/drawing/2014/main" id="{38DBD031-0560-4547-A571-64DB790F26F4}"/>
              </a:ext>
            </a:extLst>
          </p:cNvPr>
          <p:cNvSpPr>
            <a:spLocks noGrp="1"/>
          </p:cNvSpPr>
          <p:nvPr>
            <p:ph idx="1"/>
          </p:nvPr>
        </p:nvSpPr>
        <p:spPr/>
        <p:txBody>
          <a:bodyPr/>
          <a:lstStyle/>
          <a:p>
            <a:pPr>
              <a:buFont typeface="Arial" panose="020B0604020202020204" pitchFamily="34" charset="0"/>
              <a:buChar char="•"/>
            </a:pPr>
            <a:r>
              <a:rPr lang="en-US" sz="2400" dirty="0"/>
              <a:t>No </a:t>
            </a:r>
            <a:r>
              <a:rPr lang="en-US" sz="2400" b="1" dirty="0"/>
              <a:t>automatic danger detection</a:t>
            </a:r>
            <a:endParaRPr lang="en-US" sz="2400" dirty="0"/>
          </a:p>
          <a:p>
            <a:pPr>
              <a:buFont typeface="Arial" panose="020B0604020202020204" pitchFamily="34" charset="0"/>
              <a:buChar char="•"/>
            </a:pPr>
            <a:r>
              <a:rPr lang="en-US" sz="2400" dirty="0"/>
              <a:t>No </a:t>
            </a:r>
            <a:r>
              <a:rPr lang="en-US" sz="2400" b="1" dirty="0"/>
              <a:t>voice-based AI recognition</a:t>
            </a:r>
            <a:endParaRPr lang="en-US" sz="2400" dirty="0"/>
          </a:p>
          <a:p>
            <a:pPr>
              <a:buFont typeface="Arial" panose="020B0604020202020204" pitchFamily="34" charset="0"/>
              <a:buChar char="•"/>
            </a:pPr>
            <a:r>
              <a:rPr lang="en-US" sz="2400" dirty="0"/>
              <a:t>No </a:t>
            </a:r>
            <a:r>
              <a:rPr lang="en-US" sz="2400" b="1" dirty="0"/>
              <a:t>multi-trigger system (voice + shake + behavior)</a:t>
            </a:r>
            <a:endParaRPr lang="en-US" sz="2400" dirty="0"/>
          </a:p>
          <a:p>
            <a:pPr>
              <a:buFont typeface="Arial" panose="020B0604020202020204" pitchFamily="34" charset="0"/>
              <a:buChar char="•"/>
            </a:pPr>
            <a:r>
              <a:rPr lang="en-US" sz="2400" dirty="0"/>
              <a:t>No </a:t>
            </a:r>
            <a:r>
              <a:rPr lang="en-US" sz="2400" b="1" dirty="0"/>
              <a:t>predictive safety features</a:t>
            </a:r>
            <a:endParaRPr lang="en-US" sz="2400" dirty="0"/>
          </a:p>
          <a:p>
            <a:pPr>
              <a:buFont typeface="Arial" panose="020B0604020202020204" pitchFamily="34" charset="0"/>
              <a:buChar char="•"/>
            </a:pPr>
            <a:r>
              <a:rPr lang="en-US" sz="2400" dirty="0"/>
              <a:t>Lack of </a:t>
            </a:r>
            <a:r>
              <a:rPr lang="en-US" sz="2400" b="1" dirty="0"/>
              <a:t>real-time smart decision making</a:t>
            </a:r>
            <a:endParaRPr lang="en-US" sz="2400" dirty="0"/>
          </a:p>
          <a:p>
            <a:pPr marL="0" indent="0" algn="ctr">
              <a:buNone/>
            </a:pPr>
            <a:br>
              <a:rPr lang="en-US" dirty="0"/>
            </a:br>
            <a:r>
              <a:rPr lang="en-US" sz="1800" dirty="0"/>
              <a:t> “Our system fills the gap between passive safety and active protection.”</a:t>
            </a:r>
          </a:p>
          <a:p>
            <a:pPr marL="0" indent="0" algn="ctr">
              <a:buNone/>
            </a:pPr>
            <a:r>
              <a:rPr lang="en-US" sz="1200" dirty="0"/>
              <a:t>“</a:t>
            </a:r>
            <a:r>
              <a:rPr lang="en-US" sz="1800" dirty="0"/>
              <a:t>Existing systems react after danger, our system detects danger before response is needed.”</a:t>
            </a:r>
            <a:endParaRPr lang="en-IN" sz="1800" dirty="0"/>
          </a:p>
        </p:txBody>
      </p:sp>
      <p:sp>
        <p:nvSpPr>
          <p:cNvPr id="4" name="Slide Number Placeholder 3">
            <a:extLst>
              <a:ext uri="{FF2B5EF4-FFF2-40B4-BE49-F238E27FC236}">
                <a16:creationId xmlns:a16="http://schemas.microsoft.com/office/drawing/2014/main" id="{F9873272-7A93-494B-9BF1-E46176E93A3F}"/>
              </a:ext>
            </a:extLst>
          </p:cNvPr>
          <p:cNvSpPr>
            <a:spLocks noGrp="1"/>
          </p:cNvSpPr>
          <p:nvPr>
            <p:ph type="sldNum" sz="quarter" idx="12"/>
          </p:nvPr>
        </p:nvSpPr>
        <p:spPr/>
        <p:txBody>
          <a:bodyPr/>
          <a:lstStyle/>
          <a:p>
            <a:fld id="{A76736F7-70D6-4369-9B0D-4EE23F51EE2F}" type="slidenum">
              <a:rPr lang="en-US" altLang="en-US" smtClean="0"/>
              <a:pPr/>
              <a:t>7</a:t>
            </a:fld>
            <a:endParaRPr lang="en-US" altLang="en-US"/>
          </a:p>
        </p:txBody>
      </p:sp>
    </p:spTree>
    <p:extLst>
      <p:ext uri="{BB962C8B-B14F-4D97-AF65-F5344CB8AC3E}">
        <p14:creationId xmlns:p14="http://schemas.microsoft.com/office/powerpoint/2010/main" val="1056148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B1D91-1423-4664-90D0-94C9BD170DDC}"/>
              </a:ext>
            </a:extLst>
          </p:cNvPr>
          <p:cNvSpPr>
            <a:spLocks noGrp="1"/>
          </p:cNvSpPr>
          <p:nvPr>
            <p:ph type="title"/>
          </p:nvPr>
        </p:nvSpPr>
        <p:spPr>
          <a:xfrm>
            <a:off x="1219200" y="990600"/>
            <a:ext cx="7475973" cy="525919"/>
          </a:xfrm>
        </p:spPr>
        <p:txBody>
          <a:bodyPr/>
          <a:lstStyle/>
          <a:p>
            <a:pPr algn="l"/>
            <a:r>
              <a:rPr lang="en-IN" altLang="en-US" sz="2800" dirty="0">
                <a:latin typeface="Times New Roman" pitchFamily="18" charset="0"/>
                <a:cs typeface="Times New Roman" pitchFamily="18" charset="0"/>
              </a:rPr>
              <a:t> </a:t>
            </a:r>
            <a:r>
              <a:rPr lang="en-IN" altLang="en-US" sz="2800" u="sng" dirty="0">
                <a:latin typeface="Times New Roman" pitchFamily="18" charset="0"/>
                <a:cs typeface="Times New Roman" pitchFamily="18" charset="0"/>
              </a:rPr>
              <a:t>Project/PBL Methodology</a:t>
            </a:r>
            <a:br>
              <a:rPr lang="en-IN" altLang="en-US" sz="2800" dirty="0">
                <a:latin typeface="Times New Roman" pitchFamily="18" charset="0"/>
                <a:cs typeface="Times New Roman" pitchFamily="18" charset="0"/>
              </a:rPr>
            </a:br>
            <a:endParaRPr lang="en-IN" dirty="0"/>
          </a:p>
        </p:txBody>
      </p:sp>
      <p:sp>
        <p:nvSpPr>
          <p:cNvPr id="4" name="Slide Number Placeholder 3">
            <a:extLst>
              <a:ext uri="{FF2B5EF4-FFF2-40B4-BE49-F238E27FC236}">
                <a16:creationId xmlns:a16="http://schemas.microsoft.com/office/drawing/2014/main" id="{1A6ABBAF-A895-4EBF-9A74-EA5B05FEF183}"/>
              </a:ext>
            </a:extLst>
          </p:cNvPr>
          <p:cNvSpPr>
            <a:spLocks noGrp="1"/>
          </p:cNvSpPr>
          <p:nvPr>
            <p:ph type="sldNum" sz="quarter" idx="12"/>
          </p:nvPr>
        </p:nvSpPr>
        <p:spPr/>
        <p:txBody>
          <a:bodyPr/>
          <a:lstStyle/>
          <a:p>
            <a:fld id="{A76736F7-70D6-4369-9B0D-4EE23F51EE2F}" type="slidenum">
              <a:rPr lang="en-US" altLang="en-US" smtClean="0"/>
              <a:pPr/>
              <a:t>8</a:t>
            </a:fld>
            <a:endParaRPr lang="en-US" altLang="en-US"/>
          </a:p>
        </p:txBody>
      </p:sp>
      <p:sp>
        <p:nvSpPr>
          <p:cNvPr id="7" name="Rectangle 3">
            <a:extLst>
              <a:ext uri="{FF2B5EF4-FFF2-40B4-BE49-F238E27FC236}">
                <a16:creationId xmlns:a16="http://schemas.microsoft.com/office/drawing/2014/main" id="{C5ECB560-1D7C-431A-8D6C-6C65CDDA2B47}"/>
              </a:ext>
            </a:extLst>
          </p:cNvPr>
          <p:cNvSpPr>
            <a:spLocks noGrp="1" noChangeArrowheads="1"/>
          </p:cNvSpPr>
          <p:nvPr>
            <p:ph idx="1"/>
          </p:nvPr>
        </p:nvSpPr>
        <p:spPr bwMode="auto">
          <a:xfrm>
            <a:off x="1126252" y="1540572"/>
            <a:ext cx="7568921"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effectLst/>
                <a:latin typeface="Arial" panose="020B0604020202020204" pitchFamily="34" charset="0"/>
              </a:rPr>
              <a:t>User Registration:</a:t>
            </a:r>
            <a:br>
              <a:rPr kumimoji="0" lang="en-US" altLang="en-US" sz="1600" b="0" i="0" u="none" strike="noStrike" cap="none" normalizeH="0" baseline="0" dirty="0">
                <a:ln>
                  <a:noFill/>
                </a:ln>
                <a:effectLst/>
                <a:latin typeface="Arial" panose="020B0604020202020204" pitchFamily="34" charset="0"/>
              </a:rPr>
            </a:br>
            <a:r>
              <a:rPr kumimoji="0" lang="en-US" altLang="en-US" sz="1600" b="0" i="0" u="none" strike="noStrike" cap="none" normalizeH="0" baseline="0" dirty="0">
                <a:ln>
                  <a:noFill/>
                </a:ln>
                <a:effectLst/>
                <a:latin typeface="Arial" panose="020B0604020202020204" pitchFamily="34" charset="0"/>
              </a:rPr>
              <a:t>User installs the app and adds emergency contacts.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effectLst/>
                <a:latin typeface="Arial" panose="020B0604020202020204" pitchFamily="34" charset="0"/>
              </a:rPr>
              <a:t>Continuous Monitoring:</a:t>
            </a:r>
            <a:br>
              <a:rPr kumimoji="0" lang="en-US" altLang="en-US" sz="1600" b="0" i="0" u="none" strike="noStrike" cap="none" normalizeH="0" baseline="0" dirty="0">
                <a:ln>
                  <a:noFill/>
                </a:ln>
                <a:effectLst/>
                <a:latin typeface="Arial" panose="020B0604020202020204" pitchFamily="34" charset="0"/>
              </a:rPr>
            </a:br>
            <a:r>
              <a:rPr kumimoji="0" lang="en-US" altLang="en-US" sz="1600" b="0" i="0" u="none" strike="noStrike" cap="none" normalizeH="0" baseline="0" dirty="0">
                <a:ln>
                  <a:noFill/>
                </a:ln>
                <a:effectLst/>
                <a:latin typeface="Arial" panose="020B0604020202020204" pitchFamily="34" charset="0"/>
              </a:rPr>
              <a:t>System continuously monitors </a:t>
            </a:r>
            <a:r>
              <a:rPr kumimoji="0" lang="en-US" altLang="en-US" sz="1600" b="1" i="0" u="none" strike="noStrike" cap="none" normalizeH="0" baseline="0" dirty="0">
                <a:ln>
                  <a:noFill/>
                </a:ln>
                <a:effectLst/>
                <a:latin typeface="Arial" panose="020B0604020202020204" pitchFamily="34" charset="0"/>
              </a:rPr>
              <a:t>voice, phone movement (shake), and location</a:t>
            </a:r>
            <a:r>
              <a:rPr kumimoji="0" lang="en-US" altLang="en-US" sz="16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effectLst/>
                <a:latin typeface="Arial" panose="020B0604020202020204" pitchFamily="34" charset="0"/>
              </a:rPr>
              <a:t>AI-Based Detection:</a:t>
            </a:r>
            <a:br>
              <a:rPr kumimoji="0" lang="en-US" altLang="en-US" sz="1600" b="0" i="0" u="none" strike="noStrike" cap="none" normalizeH="0" baseline="0" dirty="0">
                <a:ln>
                  <a:noFill/>
                </a:ln>
                <a:effectLst/>
                <a:latin typeface="Arial" panose="020B0604020202020204" pitchFamily="34" charset="0"/>
              </a:rPr>
            </a:br>
            <a:r>
              <a:rPr kumimoji="0" lang="en-US" altLang="en-US" sz="1600" b="0" i="0" u="none" strike="noStrike" cap="none" normalizeH="0" baseline="0" dirty="0">
                <a:ln>
                  <a:noFill/>
                </a:ln>
                <a:effectLst/>
                <a:latin typeface="Arial" panose="020B0604020202020204" pitchFamily="34" charset="0"/>
              </a:rPr>
              <a:t>AI analyzes voice commands (like </a:t>
            </a:r>
            <a:r>
              <a:rPr kumimoji="0" lang="en-US" altLang="en-US" sz="1600" b="0" i="1" u="none" strike="noStrike" cap="none" normalizeH="0" baseline="0" dirty="0">
                <a:ln>
                  <a:noFill/>
                </a:ln>
                <a:effectLst/>
                <a:latin typeface="Arial" panose="020B0604020202020204" pitchFamily="34" charset="0"/>
              </a:rPr>
              <a:t>help</a:t>
            </a:r>
            <a:r>
              <a:rPr kumimoji="0" lang="en-US" altLang="en-US" sz="1600" b="0" i="0" u="none" strike="noStrike" cap="none" normalizeH="0" baseline="0" dirty="0">
                <a:ln>
                  <a:noFill/>
                </a:ln>
                <a:effectLst/>
                <a:latin typeface="Arial" panose="020B0604020202020204" pitchFamily="34" charset="0"/>
              </a:rPr>
              <a:t>) and unusual movements to detect danger.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effectLst/>
                <a:latin typeface="Arial" panose="020B0604020202020204" pitchFamily="34" charset="0"/>
              </a:rPr>
              <a:t>Automatic Emergency Trigger:</a:t>
            </a:r>
            <a:br>
              <a:rPr kumimoji="0" lang="en-US" altLang="en-US" sz="1600" b="0" i="0" u="none" strike="noStrike" cap="none" normalizeH="0" baseline="0" dirty="0">
                <a:ln>
                  <a:noFill/>
                </a:ln>
                <a:effectLst/>
                <a:latin typeface="Arial" panose="020B0604020202020204" pitchFamily="34" charset="0"/>
              </a:rPr>
            </a:br>
            <a:r>
              <a:rPr kumimoji="0" lang="en-US" altLang="en-US" sz="1600" b="0" i="0" u="none" strike="noStrike" cap="none" normalizeH="0" baseline="0" dirty="0">
                <a:ln>
                  <a:noFill/>
                </a:ln>
                <a:effectLst/>
                <a:latin typeface="Arial" panose="020B0604020202020204" pitchFamily="34" charset="0"/>
              </a:rPr>
              <a:t>When danger is detected, the system automatically activates emergency mode.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effectLst/>
                <a:latin typeface="Arial" panose="020B0604020202020204" pitchFamily="34" charset="0"/>
              </a:rPr>
              <a:t>Alert &amp; Response:</a:t>
            </a:r>
            <a:endParaRPr kumimoji="0" lang="en-US" altLang="en-US" sz="16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rial" panose="020B0604020202020204" pitchFamily="34" charset="0"/>
              </a:rPr>
              <a:t>Sends alert message to contacts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rial" panose="020B0604020202020204" pitchFamily="34" charset="0"/>
              </a:rPr>
              <a:t>Shares live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rial" panose="020B0604020202020204" pitchFamily="34" charset="0"/>
              </a:rPr>
              <a:t>Starts audio recording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194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A90C-C507-49C5-A085-BD146F6BB5A5}"/>
              </a:ext>
            </a:extLst>
          </p:cNvPr>
          <p:cNvSpPr>
            <a:spLocks noGrp="1"/>
          </p:cNvSpPr>
          <p:nvPr>
            <p:ph type="title"/>
          </p:nvPr>
        </p:nvSpPr>
        <p:spPr/>
        <p:txBody>
          <a:bodyPr/>
          <a:lstStyle/>
          <a:p>
            <a:pPr algn="l"/>
            <a:r>
              <a:rPr lang="en-US" sz="2400" u="sng" dirty="0">
                <a:latin typeface="Times New Roman" pitchFamily="18" charset="0"/>
                <a:cs typeface="Times New Roman" pitchFamily="18" charset="0"/>
              </a:rPr>
              <a:t>H</a:t>
            </a:r>
            <a:r>
              <a:rPr lang="en-IN" sz="2400" u="sng" dirty="0" err="1">
                <a:latin typeface="Times New Roman" pitchFamily="18" charset="0"/>
                <a:cs typeface="Times New Roman" pitchFamily="18" charset="0"/>
              </a:rPr>
              <a:t>ardware</a:t>
            </a:r>
            <a:r>
              <a:rPr lang="en-IN" sz="2400" u="sng" dirty="0">
                <a:latin typeface="Times New Roman" pitchFamily="18" charset="0"/>
                <a:cs typeface="Times New Roman" pitchFamily="18" charset="0"/>
              </a:rPr>
              <a:t> /Software Requirement  </a:t>
            </a:r>
            <a:endParaRPr lang="en-IN" u="sng" dirty="0"/>
          </a:p>
        </p:txBody>
      </p:sp>
      <p:sp>
        <p:nvSpPr>
          <p:cNvPr id="3" name="Content Placeholder 2">
            <a:extLst>
              <a:ext uri="{FF2B5EF4-FFF2-40B4-BE49-F238E27FC236}">
                <a16:creationId xmlns:a16="http://schemas.microsoft.com/office/drawing/2014/main" id="{72C61196-7102-4977-95F5-6565D45DBA7B}"/>
              </a:ext>
            </a:extLst>
          </p:cNvPr>
          <p:cNvSpPr>
            <a:spLocks noGrp="1"/>
          </p:cNvSpPr>
          <p:nvPr>
            <p:ph idx="1"/>
          </p:nvPr>
        </p:nvSpPr>
        <p:spPr/>
        <p:txBody>
          <a:bodyPr/>
          <a:lstStyle/>
          <a:p>
            <a:r>
              <a:rPr lang="en-IN" sz="2000" b="1" dirty="0"/>
              <a:t>Hardware Requirements:</a:t>
            </a:r>
            <a:endParaRPr lang="en-IN" sz="2000" dirty="0"/>
          </a:p>
          <a:p>
            <a:pPr marL="342900" indent="-342900">
              <a:buFont typeface="+mj-lt"/>
              <a:buAutoNum type="arabicParenR"/>
            </a:pPr>
            <a:r>
              <a:rPr lang="en-IN" sz="1800" dirty="0"/>
              <a:t>Android Smartphone</a:t>
            </a:r>
          </a:p>
          <a:p>
            <a:pPr marL="342900" indent="-342900">
              <a:buFont typeface="+mj-lt"/>
              <a:buAutoNum type="arabicParenR"/>
            </a:pPr>
            <a:r>
              <a:rPr lang="en-IN" sz="1800" dirty="0"/>
              <a:t>GPS Sensor</a:t>
            </a:r>
          </a:p>
          <a:p>
            <a:pPr marL="342900" indent="-342900">
              <a:buFont typeface="+mj-lt"/>
              <a:buAutoNum type="arabicParenR"/>
            </a:pPr>
            <a:r>
              <a:rPr lang="en-IN" sz="1800" dirty="0"/>
              <a:t>Internet Connectivity</a:t>
            </a:r>
          </a:p>
          <a:p>
            <a:pPr marL="0" indent="0">
              <a:buNone/>
            </a:pPr>
            <a:endParaRPr lang="en-IN" sz="1800" dirty="0"/>
          </a:p>
          <a:p>
            <a:r>
              <a:rPr lang="en-IN" sz="2000" b="1" dirty="0"/>
              <a:t>Software Requirements:</a:t>
            </a:r>
            <a:endParaRPr lang="en-IN" sz="2000" dirty="0"/>
          </a:p>
          <a:p>
            <a:pPr marL="342900" indent="-342900">
              <a:buFont typeface="+mj-lt"/>
              <a:buAutoNum type="arabicParenR"/>
            </a:pPr>
            <a:r>
              <a:rPr lang="en-IN" sz="1800" dirty="0"/>
              <a:t>Frontend: Flutter / Android Studio</a:t>
            </a:r>
          </a:p>
          <a:p>
            <a:pPr marL="342900" indent="-342900">
              <a:buFont typeface="+mj-lt"/>
              <a:buAutoNum type="arabicParenR"/>
            </a:pPr>
            <a:r>
              <a:rPr lang="en-IN" sz="1800" dirty="0"/>
              <a:t>Backend: Node.js / Firebase</a:t>
            </a:r>
          </a:p>
          <a:p>
            <a:pPr marL="342900" indent="-342900">
              <a:buFont typeface="+mj-lt"/>
              <a:buAutoNum type="arabicParenR"/>
            </a:pPr>
            <a:r>
              <a:rPr lang="en-IN" sz="1800" dirty="0"/>
              <a:t>AI Module: Python (Voice detection)</a:t>
            </a:r>
          </a:p>
          <a:p>
            <a:pPr marL="342900" indent="-342900">
              <a:buFont typeface="+mj-lt"/>
              <a:buAutoNum type="arabicParenR"/>
            </a:pPr>
            <a:r>
              <a:rPr lang="en-IN" sz="1800" dirty="0"/>
              <a:t>Database: MongoDB / Firebase</a:t>
            </a:r>
          </a:p>
          <a:p>
            <a:pPr marL="342900" indent="-342900">
              <a:buFont typeface="+mj-lt"/>
              <a:buAutoNum type="arabicParenR"/>
            </a:pPr>
            <a:r>
              <a:rPr lang="en-IN" sz="1800" dirty="0"/>
              <a:t>APIs: Google Maps API</a:t>
            </a:r>
          </a:p>
          <a:p>
            <a:pPr marL="0" indent="0">
              <a:buNone/>
            </a:pPr>
            <a:endParaRPr lang="en-US" sz="1600" u="sng" dirty="0"/>
          </a:p>
        </p:txBody>
      </p:sp>
      <p:sp>
        <p:nvSpPr>
          <p:cNvPr id="4" name="Slide Number Placeholder 3">
            <a:extLst>
              <a:ext uri="{FF2B5EF4-FFF2-40B4-BE49-F238E27FC236}">
                <a16:creationId xmlns:a16="http://schemas.microsoft.com/office/drawing/2014/main" id="{4202122E-6991-4426-A21A-ABCC0E8ECDC1}"/>
              </a:ext>
            </a:extLst>
          </p:cNvPr>
          <p:cNvSpPr>
            <a:spLocks noGrp="1"/>
          </p:cNvSpPr>
          <p:nvPr>
            <p:ph type="sldNum" sz="quarter" idx="12"/>
          </p:nvPr>
        </p:nvSpPr>
        <p:spPr/>
        <p:txBody>
          <a:bodyPr/>
          <a:lstStyle/>
          <a:p>
            <a:fld id="{A76736F7-70D6-4369-9B0D-4EE23F51EE2F}" type="slidenum">
              <a:rPr lang="en-US" altLang="en-US" smtClean="0"/>
              <a:pPr/>
              <a:t>9</a:t>
            </a:fld>
            <a:endParaRPr lang="en-US" altLang="en-US"/>
          </a:p>
        </p:txBody>
      </p:sp>
    </p:spTree>
    <p:extLst>
      <p:ext uri="{BB962C8B-B14F-4D97-AF65-F5344CB8AC3E}">
        <p14:creationId xmlns:p14="http://schemas.microsoft.com/office/powerpoint/2010/main" val="3645545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9281F-91D0-4E71-9F21-A91076E8CFC4}"/>
              </a:ext>
            </a:extLst>
          </p:cNvPr>
          <p:cNvSpPr>
            <a:spLocks noGrp="1"/>
          </p:cNvSpPr>
          <p:nvPr>
            <p:ph type="title"/>
          </p:nvPr>
        </p:nvSpPr>
        <p:spPr/>
        <p:txBody>
          <a:bodyPr/>
          <a:lstStyle/>
          <a:p>
            <a:pPr algn="l"/>
            <a:r>
              <a:rPr lang="en-US" dirty="0"/>
              <a:t>                               </a:t>
            </a:r>
            <a:endParaRPr lang="en-IN" dirty="0"/>
          </a:p>
        </p:txBody>
      </p:sp>
      <p:sp>
        <p:nvSpPr>
          <p:cNvPr id="4" name="Slide Number Placeholder 3">
            <a:extLst>
              <a:ext uri="{FF2B5EF4-FFF2-40B4-BE49-F238E27FC236}">
                <a16:creationId xmlns:a16="http://schemas.microsoft.com/office/drawing/2014/main" id="{5DE87E95-01C3-4546-BFF1-64F2294EB0A6}"/>
              </a:ext>
            </a:extLst>
          </p:cNvPr>
          <p:cNvSpPr>
            <a:spLocks noGrp="1"/>
          </p:cNvSpPr>
          <p:nvPr>
            <p:ph type="sldNum" sz="quarter" idx="12"/>
          </p:nvPr>
        </p:nvSpPr>
        <p:spPr/>
        <p:txBody>
          <a:bodyPr/>
          <a:lstStyle/>
          <a:p>
            <a:fld id="{A76736F7-70D6-4369-9B0D-4EE23F51EE2F}" type="slidenum">
              <a:rPr lang="en-US" altLang="en-US" smtClean="0"/>
              <a:pPr/>
              <a:t>10</a:t>
            </a:fld>
            <a:endParaRPr lang="en-US" altLang="en-US"/>
          </a:p>
        </p:txBody>
      </p:sp>
      <p:pic>
        <p:nvPicPr>
          <p:cNvPr id="16" name="Content Placeholder 15">
            <a:extLst>
              <a:ext uri="{FF2B5EF4-FFF2-40B4-BE49-F238E27FC236}">
                <a16:creationId xmlns:a16="http://schemas.microsoft.com/office/drawing/2014/main" id="{0D3F2AB9-5D07-42FA-95A3-AFB2D07ECA2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986" t="2494" r="2571" b="1507"/>
          <a:stretch/>
        </p:blipFill>
        <p:spPr>
          <a:xfrm>
            <a:off x="1371599" y="100664"/>
            <a:ext cx="7475973" cy="6376336"/>
          </a:xfrm>
        </p:spPr>
      </p:pic>
    </p:spTree>
    <p:extLst>
      <p:ext uri="{BB962C8B-B14F-4D97-AF65-F5344CB8AC3E}">
        <p14:creationId xmlns:p14="http://schemas.microsoft.com/office/powerpoint/2010/main" val="122510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E4005-36B1-4C11-91FA-B8867D3B40A7}"/>
              </a:ext>
            </a:extLst>
          </p:cNvPr>
          <p:cNvSpPr>
            <a:spLocks noGrp="1"/>
          </p:cNvSpPr>
          <p:nvPr>
            <p:ph type="title"/>
          </p:nvPr>
        </p:nvSpPr>
        <p:spPr/>
        <p:txBody>
          <a:bodyPr/>
          <a:lstStyle/>
          <a:p>
            <a:pPr algn="l"/>
            <a:r>
              <a:rPr lang="en-US" u="sng" dirty="0"/>
              <a:t>Expected Output:</a:t>
            </a:r>
            <a:endParaRPr lang="en-IN" u="sng" dirty="0"/>
          </a:p>
        </p:txBody>
      </p:sp>
      <p:sp>
        <p:nvSpPr>
          <p:cNvPr id="4" name="Slide Number Placeholder 3">
            <a:extLst>
              <a:ext uri="{FF2B5EF4-FFF2-40B4-BE49-F238E27FC236}">
                <a16:creationId xmlns:a16="http://schemas.microsoft.com/office/drawing/2014/main" id="{EE59DBB3-1BC0-4F73-B9F6-37E9A1F5CAD1}"/>
              </a:ext>
            </a:extLst>
          </p:cNvPr>
          <p:cNvSpPr>
            <a:spLocks noGrp="1"/>
          </p:cNvSpPr>
          <p:nvPr>
            <p:ph type="sldNum" sz="quarter" idx="12"/>
          </p:nvPr>
        </p:nvSpPr>
        <p:spPr/>
        <p:txBody>
          <a:bodyPr/>
          <a:lstStyle/>
          <a:p>
            <a:fld id="{A76736F7-70D6-4369-9B0D-4EE23F51EE2F}" type="slidenum">
              <a:rPr lang="en-US" altLang="en-US" smtClean="0"/>
              <a:pPr/>
              <a:t>11</a:t>
            </a:fld>
            <a:endParaRPr lang="en-US" altLang="en-US"/>
          </a:p>
        </p:txBody>
      </p:sp>
      <p:sp>
        <p:nvSpPr>
          <p:cNvPr id="9" name="Rectangle 2">
            <a:extLst>
              <a:ext uri="{FF2B5EF4-FFF2-40B4-BE49-F238E27FC236}">
                <a16:creationId xmlns:a16="http://schemas.microsoft.com/office/drawing/2014/main" id="{CBE915ED-AD24-4867-951F-5F7BB878200C}"/>
              </a:ext>
            </a:extLst>
          </p:cNvPr>
          <p:cNvSpPr>
            <a:spLocks noGrp="1" noChangeArrowheads="1"/>
          </p:cNvSpPr>
          <p:nvPr>
            <p:ph idx="1"/>
          </p:nvPr>
        </p:nvSpPr>
        <p:spPr bwMode="auto">
          <a:xfrm>
            <a:off x="1371600" y="1828800"/>
            <a:ext cx="60960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Automatic detection of emergency situations using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Instant alert message sent to emergency contacts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Real-time GPS location sharing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Automatic audio recording during emergencies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Safe route suggestions for secure travel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Quick and reliable response without manual action</a:t>
            </a:r>
          </a:p>
        </p:txBody>
      </p:sp>
    </p:spTree>
    <p:extLst>
      <p:ext uri="{BB962C8B-B14F-4D97-AF65-F5344CB8AC3E}">
        <p14:creationId xmlns:p14="http://schemas.microsoft.com/office/powerpoint/2010/main" val="137225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FB030-4EE1-4FC9-BDE6-853DA0733837}"/>
              </a:ext>
            </a:extLst>
          </p:cNvPr>
          <p:cNvSpPr>
            <a:spLocks noGrp="1"/>
          </p:cNvSpPr>
          <p:nvPr>
            <p:ph type="title"/>
          </p:nvPr>
        </p:nvSpPr>
        <p:spPr/>
        <p:txBody>
          <a:bodyPr/>
          <a:lstStyle/>
          <a:p>
            <a:pPr algn="l"/>
            <a:r>
              <a:rPr lang="en-IN" altLang="en-US" sz="2400" u="sng" dirty="0">
                <a:latin typeface="Times New Roman" pitchFamily="18" charset="0"/>
                <a:cs typeface="Times New Roman" pitchFamily="18" charset="0"/>
              </a:rPr>
              <a:t>Conclusion / Summary</a:t>
            </a:r>
            <a:br>
              <a:rPr lang="en-IN" altLang="en-US" sz="2800" dirty="0">
                <a:latin typeface="Times New Roman" pitchFamily="18" charset="0"/>
                <a:cs typeface="Times New Roman" pitchFamily="18" charset="0"/>
              </a:rPr>
            </a:br>
            <a:endParaRPr lang="en-IN" dirty="0"/>
          </a:p>
        </p:txBody>
      </p:sp>
      <p:sp>
        <p:nvSpPr>
          <p:cNvPr id="3" name="Content Placeholder 2">
            <a:extLst>
              <a:ext uri="{FF2B5EF4-FFF2-40B4-BE49-F238E27FC236}">
                <a16:creationId xmlns:a16="http://schemas.microsoft.com/office/drawing/2014/main" id="{190AAD2A-57D3-418F-A850-26010B240E9D}"/>
              </a:ext>
            </a:extLst>
          </p:cNvPr>
          <p:cNvSpPr>
            <a:spLocks noGrp="1"/>
          </p:cNvSpPr>
          <p:nvPr>
            <p:ph idx="1"/>
          </p:nvPr>
        </p:nvSpPr>
        <p:spPr/>
        <p:txBody>
          <a:bodyPr/>
          <a:lstStyle/>
          <a:p>
            <a:r>
              <a:rPr lang="en-US" sz="2000" dirty="0"/>
              <a:t>This project presents a smart and intelligent solution to enhance women safety.</a:t>
            </a:r>
            <a:br>
              <a:rPr lang="en-US" sz="2000" dirty="0"/>
            </a:br>
            <a:r>
              <a:rPr lang="en-US" sz="2000" dirty="0"/>
              <a:t>It reduces human dependency and uses </a:t>
            </a:r>
            <a:r>
              <a:rPr lang="en-US" sz="2000" b="1" dirty="0"/>
              <a:t>AI for automatic detection and response</a:t>
            </a:r>
            <a:r>
              <a:rPr lang="en-US" sz="2000" dirty="0"/>
              <a:t>.</a:t>
            </a:r>
          </a:p>
          <a:p>
            <a:r>
              <a:rPr lang="en-US" sz="2000" dirty="0"/>
              <a:t>The system is reliable, fast, and practical for real-world situations</a:t>
            </a:r>
          </a:p>
          <a:p>
            <a:pPr marL="0" indent="0" algn="just">
              <a:buNone/>
            </a:pPr>
            <a:r>
              <a:rPr lang="en-IN" sz="1600" dirty="0"/>
              <a:t>   </a:t>
            </a:r>
          </a:p>
          <a:p>
            <a:pPr marL="0" indent="0" algn="just">
              <a:buNone/>
            </a:pPr>
            <a:endParaRPr lang="en-IN" sz="1600" dirty="0"/>
          </a:p>
          <a:p>
            <a:pPr marL="0" indent="0" algn="ctr">
              <a:buNone/>
            </a:pPr>
            <a:r>
              <a:rPr lang="en-US" sz="1800" dirty="0"/>
              <a:t>“Technology becomes a silent protector.”</a:t>
            </a:r>
            <a:endParaRPr lang="en-IN" sz="1800" dirty="0"/>
          </a:p>
        </p:txBody>
      </p:sp>
      <p:sp>
        <p:nvSpPr>
          <p:cNvPr id="4" name="Slide Number Placeholder 3">
            <a:extLst>
              <a:ext uri="{FF2B5EF4-FFF2-40B4-BE49-F238E27FC236}">
                <a16:creationId xmlns:a16="http://schemas.microsoft.com/office/drawing/2014/main" id="{3D104E32-F893-4C5B-9741-5880CD5AB423}"/>
              </a:ext>
            </a:extLst>
          </p:cNvPr>
          <p:cNvSpPr>
            <a:spLocks noGrp="1"/>
          </p:cNvSpPr>
          <p:nvPr>
            <p:ph type="sldNum" sz="quarter" idx="12"/>
          </p:nvPr>
        </p:nvSpPr>
        <p:spPr/>
        <p:txBody>
          <a:bodyPr/>
          <a:lstStyle/>
          <a:p>
            <a:fld id="{A76736F7-70D6-4369-9B0D-4EE23F51EE2F}" type="slidenum">
              <a:rPr lang="en-US" altLang="en-US" smtClean="0"/>
              <a:pPr/>
              <a:t>12</a:t>
            </a:fld>
            <a:endParaRPr lang="en-US" altLang="en-US"/>
          </a:p>
        </p:txBody>
      </p:sp>
    </p:spTree>
    <p:extLst>
      <p:ext uri="{BB962C8B-B14F-4D97-AF65-F5344CB8AC3E}">
        <p14:creationId xmlns:p14="http://schemas.microsoft.com/office/powerpoint/2010/main" val="75203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63236-A057-4745-842C-0AED82E526D4}"/>
              </a:ext>
            </a:extLst>
          </p:cNvPr>
          <p:cNvSpPr>
            <a:spLocks noGrp="1"/>
          </p:cNvSpPr>
          <p:nvPr>
            <p:ph type="title"/>
          </p:nvPr>
        </p:nvSpPr>
        <p:spPr/>
        <p:txBody>
          <a:bodyPr/>
          <a:lstStyle/>
          <a:p>
            <a:pPr algn="l"/>
            <a:r>
              <a:rPr lang="en-IN" altLang="en-US" sz="2800" dirty="0">
                <a:latin typeface="Times New Roman" pitchFamily="18" charset="0"/>
                <a:cs typeface="Times New Roman" pitchFamily="18" charset="0"/>
              </a:rPr>
              <a:t> </a:t>
            </a:r>
            <a:r>
              <a:rPr lang="en-IN" altLang="en-US" sz="2400" u="sng" dirty="0">
                <a:latin typeface="Times New Roman" pitchFamily="18" charset="0"/>
                <a:cs typeface="Times New Roman" pitchFamily="18" charset="0"/>
              </a:rPr>
              <a:t>Future Scope</a:t>
            </a:r>
            <a:br>
              <a:rPr lang="en-IN" altLang="en-US" sz="2800" dirty="0">
                <a:latin typeface="Times New Roman" pitchFamily="18" charset="0"/>
                <a:cs typeface="Times New Roman" pitchFamily="18" charset="0"/>
              </a:rPr>
            </a:br>
            <a:endParaRPr lang="en-IN" dirty="0"/>
          </a:p>
        </p:txBody>
      </p:sp>
      <p:sp>
        <p:nvSpPr>
          <p:cNvPr id="3" name="Content Placeholder 2">
            <a:extLst>
              <a:ext uri="{FF2B5EF4-FFF2-40B4-BE49-F238E27FC236}">
                <a16:creationId xmlns:a16="http://schemas.microsoft.com/office/drawing/2014/main" id="{65245010-DB55-4BCE-877E-40C147C69414}"/>
              </a:ext>
            </a:extLst>
          </p:cNvPr>
          <p:cNvSpPr>
            <a:spLocks noGrp="1"/>
          </p:cNvSpPr>
          <p:nvPr>
            <p:ph idx="1"/>
          </p:nvPr>
        </p:nvSpPr>
        <p:spPr/>
        <p:txBody>
          <a:bodyPr/>
          <a:lstStyle/>
          <a:p>
            <a:pPr>
              <a:buFont typeface="Arial" panose="020B0604020202020204" pitchFamily="34" charset="0"/>
              <a:buChar char="•"/>
            </a:pPr>
            <a:r>
              <a:rPr lang="en-US" sz="2000" dirty="0"/>
              <a:t>Integration with smartwatches</a:t>
            </a:r>
          </a:p>
          <a:p>
            <a:pPr>
              <a:buFont typeface="Arial" panose="020B0604020202020204" pitchFamily="34" charset="0"/>
              <a:buChar char="•"/>
            </a:pPr>
            <a:r>
              <a:rPr lang="en-US" sz="2000" dirty="0"/>
              <a:t>Facial recognition for threat detection</a:t>
            </a:r>
          </a:p>
          <a:p>
            <a:pPr>
              <a:buFont typeface="Arial" panose="020B0604020202020204" pitchFamily="34" charset="0"/>
              <a:buChar char="•"/>
            </a:pPr>
            <a:r>
              <a:rPr lang="en-US" sz="2000" dirty="0"/>
              <a:t>Crime hotspot prediction using AI</a:t>
            </a:r>
          </a:p>
          <a:p>
            <a:pPr>
              <a:buFont typeface="Arial" panose="020B0604020202020204" pitchFamily="34" charset="0"/>
              <a:buChar char="•"/>
            </a:pPr>
            <a:r>
              <a:rPr lang="en-US" sz="2000" dirty="0"/>
              <a:t>Direct connection with police systems</a:t>
            </a:r>
          </a:p>
          <a:p>
            <a:pPr>
              <a:buFont typeface="Arial" panose="020B0604020202020204" pitchFamily="34" charset="0"/>
              <a:buChar char="•"/>
            </a:pPr>
            <a:r>
              <a:rPr lang="en-US" sz="2000" dirty="0"/>
              <a:t>Wearable safety devices</a:t>
            </a:r>
          </a:p>
          <a:p>
            <a:pPr marL="0" indent="0" algn="just">
              <a:buNone/>
            </a:pPr>
            <a:endParaRPr lang="en-US" sz="1600" dirty="0"/>
          </a:p>
          <a:p>
            <a:pPr marL="0" indent="0">
              <a:buNone/>
            </a:pPr>
            <a:endParaRPr lang="en-IN" dirty="0"/>
          </a:p>
        </p:txBody>
      </p:sp>
      <p:sp>
        <p:nvSpPr>
          <p:cNvPr id="4" name="Slide Number Placeholder 3">
            <a:extLst>
              <a:ext uri="{FF2B5EF4-FFF2-40B4-BE49-F238E27FC236}">
                <a16:creationId xmlns:a16="http://schemas.microsoft.com/office/drawing/2014/main" id="{790ECDFD-DDC0-4ABC-9039-B8992C851027}"/>
              </a:ext>
            </a:extLst>
          </p:cNvPr>
          <p:cNvSpPr>
            <a:spLocks noGrp="1"/>
          </p:cNvSpPr>
          <p:nvPr>
            <p:ph type="sldNum" sz="quarter" idx="12"/>
          </p:nvPr>
        </p:nvSpPr>
        <p:spPr/>
        <p:txBody>
          <a:bodyPr/>
          <a:lstStyle/>
          <a:p>
            <a:fld id="{A76736F7-70D6-4369-9B0D-4EE23F51EE2F}" type="slidenum">
              <a:rPr lang="en-US" altLang="en-US" smtClean="0"/>
              <a:pPr/>
              <a:t>13</a:t>
            </a:fld>
            <a:endParaRPr lang="en-US" altLang="en-US"/>
          </a:p>
        </p:txBody>
      </p:sp>
    </p:spTree>
    <p:extLst>
      <p:ext uri="{BB962C8B-B14F-4D97-AF65-F5344CB8AC3E}">
        <p14:creationId xmlns:p14="http://schemas.microsoft.com/office/powerpoint/2010/main" val="1251301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579A8-285B-4433-8B67-DF74CD06A651}"/>
              </a:ext>
            </a:extLst>
          </p:cNvPr>
          <p:cNvSpPr>
            <a:spLocks noGrp="1"/>
          </p:cNvSpPr>
          <p:nvPr>
            <p:ph type="title"/>
          </p:nvPr>
        </p:nvSpPr>
        <p:spPr/>
        <p:txBody>
          <a:bodyPr/>
          <a:lstStyle/>
          <a:p>
            <a:pPr algn="l"/>
            <a:r>
              <a:rPr lang="en-US" u="sng" dirty="0"/>
              <a:t>Reference</a:t>
            </a:r>
            <a:endParaRPr lang="en-IN" u="sng" dirty="0"/>
          </a:p>
        </p:txBody>
      </p:sp>
      <p:sp>
        <p:nvSpPr>
          <p:cNvPr id="3" name="Content Placeholder 2">
            <a:extLst>
              <a:ext uri="{FF2B5EF4-FFF2-40B4-BE49-F238E27FC236}">
                <a16:creationId xmlns:a16="http://schemas.microsoft.com/office/drawing/2014/main" id="{8CF98BEF-6906-4717-9856-F972ED701C76}"/>
              </a:ext>
            </a:extLst>
          </p:cNvPr>
          <p:cNvSpPr>
            <a:spLocks noGrp="1"/>
          </p:cNvSpPr>
          <p:nvPr>
            <p:ph idx="1"/>
          </p:nvPr>
        </p:nvSpPr>
        <p:spPr/>
        <p:txBody>
          <a:bodyPr/>
          <a:lstStyle/>
          <a:p>
            <a:pPr>
              <a:buFont typeface="+mj-lt"/>
              <a:buAutoNum type="arabicPeriod"/>
            </a:pPr>
            <a:r>
              <a:rPr lang="en-IN" sz="1800" dirty="0"/>
              <a:t>Google Maps Platform Documentation – for location tracking</a:t>
            </a:r>
            <a:br>
              <a:rPr lang="en-IN" sz="1800" dirty="0"/>
            </a:br>
            <a:r>
              <a:rPr lang="en-IN" sz="1800" dirty="0">
                <a:hlinkClick r:id="rId2"/>
              </a:rPr>
              <a:t>https://developers.google.com/maps</a:t>
            </a:r>
            <a:endParaRPr lang="en-IN" sz="1800" dirty="0"/>
          </a:p>
          <a:p>
            <a:pPr>
              <a:buFont typeface="+mj-lt"/>
              <a:buAutoNum type="arabicPeriod"/>
            </a:pPr>
            <a:r>
              <a:rPr lang="en-IN" sz="1800" dirty="0"/>
              <a:t>Firebase Documentation – for backend and real-time database</a:t>
            </a:r>
            <a:br>
              <a:rPr lang="en-IN" sz="1800" dirty="0"/>
            </a:br>
            <a:r>
              <a:rPr lang="en-IN" sz="1800" dirty="0">
                <a:hlinkClick r:id="rId3"/>
              </a:rPr>
              <a:t>https://firebase.google.com/docs</a:t>
            </a:r>
            <a:endParaRPr lang="en-IN" sz="1800" dirty="0"/>
          </a:p>
          <a:p>
            <a:pPr>
              <a:buFont typeface="+mj-lt"/>
              <a:buAutoNum type="arabicPeriod"/>
            </a:pPr>
            <a:r>
              <a:rPr lang="en-IN" sz="1800" dirty="0" err="1"/>
              <a:t>SpeechRecognition</a:t>
            </a:r>
            <a:r>
              <a:rPr lang="en-IN" sz="1800" dirty="0"/>
              <a:t> Library Documentation – for voice detection</a:t>
            </a:r>
            <a:br>
              <a:rPr lang="en-IN" sz="1800" dirty="0"/>
            </a:br>
            <a:r>
              <a:rPr lang="en-IN" sz="1800" dirty="0">
                <a:hlinkClick r:id="rId4"/>
              </a:rPr>
              <a:t>https://pypi.org/project/SpeechRecognition/</a:t>
            </a:r>
            <a:endParaRPr lang="en-IN" sz="1800" dirty="0"/>
          </a:p>
          <a:p>
            <a:pPr>
              <a:buFont typeface="+mj-lt"/>
              <a:buAutoNum type="arabicPeriod"/>
            </a:pPr>
            <a:r>
              <a:rPr lang="en-IN" sz="1800" dirty="0"/>
              <a:t>Research Paper: “Women Safety System using IoT and GPS”</a:t>
            </a:r>
            <a:br>
              <a:rPr lang="en-IN" sz="1800" dirty="0"/>
            </a:br>
            <a:r>
              <a:rPr lang="en-IN" sz="1800" dirty="0"/>
              <a:t>International Journal of Engineering Research &amp; Technology (IJERT)</a:t>
            </a:r>
          </a:p>
          <a:p>
            <a:pPr>
              <a:buFont typeface="+mj-lt"/>
              <a:buAutoNum type="arabicPeriod"/>
            </a:pPr>
            <a:r>
              <a:rPr lang="en-IN" sz="1800" dirty="0"/>
              <a:t>Research Paper: “Smart Women Safety System using AI”</a:t>
            </a:r>
            <a:br>
              <a:rPr lang="en-IN" sz="1800" dirty="0"/>
            </a:br>
            <a:r>
              <a:rPr lang="en-IN" sz="1800" dirty="0"/>
              <a:t>IEEE Xplore Digital Library</a:t>
            </a:r>
          </a:p>
          <a:p>
            <a:pPr>
              <a:buFont typeface="+mj-lt"/>
              <a:buAutoNum type="arabicPeriod"/>
            </a:pPr>
            <a:r>
              <a:rPr lang="en-IN" sz="1800" dirty="0"/>
              <a:t>Android Developer Documentation – for mobile app development</a:t>
            </a:r>
            <a:br>
              <a:rPr lang="en-IN" sz="1800" dirty="0"/>
            </a:br>
            <a:r>
              <a:rPr lang="en-IN" sz="1800" dirty="0">
                <a:hlinkClick r:id="rId5"/>
              </a:rPr>
              <a:t>https://developer.android.com</a:t>
            </a:r>
            <a:endParaRPr lang="en-IN" sz="1800" dirty="0"/>
          </a:p>
          <a:p>
            <a:pPr marL="0" indent="0" algn="just">
              <a:buNone/>
            </a:pPr>
            <a:endParaRPr lang="en-US" sz="1600" dirty="0"/>
          </a:p>
          <a:p>
            <a:pPr marL="0" indent="0">
              <a:buNone/>
            </a:pPr>
            <a:endParaRPr lang="en-IN" dirty="0"/>
          </a:p>
        </p:txBody>
      </p:sp>
      <p:sp>
        <p:nvSpPr>
          <p:cNvPr id="4" name="Slide Number Placeholder 3">
            <a:extLst>
              <a:ext uri="{FF2B5EF4-FFF2-40B4-BE49-F238E27FC236}">
                <a16:creationId xmlns:a16="http://schemas.microsoft.com/office/drawing/2014/main" id="{1D356DA1-E24C-42E4-8547-339E3B8496B3}"/>
              </a:ext>
            </a:extLst>
          </p:cNvPr>
          <p:cNvSpPr>
            <a:spLocks noGrp="1"/>
          </p:cNvSpPr>
          <p:nvPr>
            <p:ph type="sldNum" sz="quarter" idx="12"/>
          </p:nvPr>
        </p:nvSpPr>
        <p:spPr/>
        <p:txBody>
          <a:bodyPr/>
          <a:lstStyle/>
          <a:p>
            <a:fld id="{A76736F7-70D6-4369-9B0D-4EE23F51EE2F}" type="slidenum">
              <a:rPr lang="en-US" altLang="en-US" smtClean="0"/>
              <a:pPr/>
              <a:t>14</a:t>
            </a:fld>
            <a:endParaRPr lang="en-US" altLang="en-US"/>
          </a:p>
        </p:txBody>
      </p:sp>
    </p:spTree>
    <p:extLst>
      <p:ext uri="{BB962C8B-B14F-4D97-AF65-F5344CB8AC3E}">
        <p14:creationId xmlns:p14="http://schemas.microsoft.com/office/powerpoint/2010/main" val="487201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A76736F7-70D6-4369-9B0D-4EE23F51EE2F}" type="slidenum">
              <a:rPr lang="en-US" altLang="en-US" smtClean="0"/>
              <a:pPr/>
              <a:t>15</a:t>
            </a:fld>
            <a:endParaRPr lang="en-US" altLang="en-US"/>
          </a:p>
        </p:txBody>
      </p:sp>
      <p:pic>
        <p:nvPicPr>
          <p:cNvPr id="4" name="Picture 3">
            <a:extLst>
              <a:ext uri="{FF2B5EF4-FFF2-40B4-BE49-F238E27FC236}">
                <a16:creationId xmlns:a16="http://schemas.microsoft.com/office/drawing/2014/main" id="{F588CF65-9FC8-40E0-8342-42FDFC7BC3F0}"/>
              </a:ext>
            </a:extLst>
          </p:cNvPr>
          <p:cNvPicPr>
            <a:picLocks noChangeAspect="1"/>
          </p:cNvPicPr>
          <p:nvPr/>
        </p:nvPicPr>
        <p:blipFill>
          <a:blip r:embed="rId2"/>
          <a:stretch>
            <a:fillRect/>
          </a:stretch>
        </p:blipFill>
        <p:spPr>
          <a:xfrm>
            <a:off x="1572508" y="1161093"/>
            <a:ext cx="5998984" cy="453581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12977</TotalTime>
  <Words>805</Words>
  <Application>Microsoft Office PowerPoint</Application>
  <PresentationFormat>On-screen Show (4:3)</PresentationFormat>
  <Paragraphs>131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Century Gothic</vt:lpstr>
      <vt:lpstr>Times</vt:lpstr>
      <vt:lpstr>Times New Roman</vt:lpstr>
      <vt:lpstr>Wingdings</vt:lpstr>
      <vt:lpstr>1_Office Theme</vt:lpstr>
      <vt:lpstr>PowerPoint Presentation</vt:lpstr>
      <vt:lpstr>PowerPoint Presentation</vt:lpstr>
      <vt:lpstr>Objective of Project/PBL                                 </vt:lpstr>
      <vt:lpstr>INTRODUCTION </vt:lpstr>
      <vt:lpstr>Literature survey</vt:lpstr>
      <vt:lpstr>Literature Survey</vt:lpstr>
      <vt:lpstr>Expected Gap in Literature survey </vt:lpstr>
      <vt:lpstr> Project/PBL Methodology </vt:lpstr>
      <vt:lpstr>Hardware /Software Requirement  </vt:lpstr>
      <vt:lpstr>                               </vt:lpstr>
      <vt:lpstr>Expected Output:</vt:lpstr>
      <vt:lpstr>Conclusion / Summary </vt:lpstr>
      <vt:lpstr> Future Scope </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dc:creator>
  <cp:lastModifiedBy>humera khan</cp:lastModifiedBy>
  <cp:revision>408</cp:revision>
  <cp:lastPrinted>2020-10-04T13:07:41Z</cp:lastPrinted>
  <dcterms:created xsi:type="dcterms:W3CDTF">1601-01-01T00:00:00Z</dcterms:created>
  <dcterms:modified xsi:type="dcterms:W3CDTF">2026-03-20T12:38:26Z</dcterms:modified>
</cp:coreProperties>
</file>